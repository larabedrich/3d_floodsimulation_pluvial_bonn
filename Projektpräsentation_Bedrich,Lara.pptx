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-24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7EC4D0-81D5-477F-8083-91CC9C029A2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6A551162-E6FF-4454-A7FA-50853A5100A9}">
      <dgm:prSet phldrT="[Text]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Fragestellung</a:t>
          </a:r>
        </a:p>
      </dgm:t>
    </dgm:pt>
    <dgm:pt modelId="{80195E01-1008-48F2-B033-4A2267864F39}" type="parTrans" cxnId="{06B2A1A8-B482-4296-BCBD-7ED9958B20FA}">
      <dgm:prSet/>
      <dgm:spPr/>
      <dgm:t>
        <a:bodyPr/>
        <a:lstStyle/>
        <a:p>
          <a:endParaRPr lang="de-DE"/>
        </a:p>
      </dgm:t>
    </dgm:pt>
    <dgm:pt modelId="{7208380F-595F-4603-8B4D-2E17D35F0E10}" type="sibTrans" cxnId="{06B2A1A8-B482-4296-BCBD-7ED9958B20FA}">
      <dgm:prSet/>
      <dgm:spPr/>
      <dgm:t>
        <a:bodyPr/>
        <a:lstStyle/>
        <a:p>
          <a:endParaRPr lang="de-DE"/>
        </a:p>
      </dgm:t>
    </dgm:pt>
    <dgm:pt modelId="{3BC8957A-48CA-469A-817C-8542B00EC959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Work Flow</a:t>
          </a:r>
        </a:p>
      </dgm:t>
    </dgm:pt>
    <dgm:pt modelId="{C01F38D2-8342-413C-B212-119C87FD6D2A}" type="parTrans" cxnId="{DFA8233D-1A8B-4CBD-ADFA-2CDB45C3C5AD}">
      <dgm:prSet/>
      <dgm:spPr/>
      <dgm:t>
        <a:bodyPr/>
        <a:lstStyle/>
        <a:p>
          <a:endParaRPr lang="de-DE"/>
        </a:p>
      </dgm:t>
    </dgm:pt>
    <dgm:pt modelId="{1B3D0DB0-B6CF-473B-B330-3C3B18287C75}" type="sibTrans" cxnId="{DFA8233D-1A8B-4CBD-ADFA-2CDB45C3C5AD}">
      <dgm:prSet/>
      <dgm:spPr/>
      <dgm:t>
        <a:bodyPr/>
        <a:lstStyle/>
        <a:p>
          <a:endParaRPr lang="de-DE"/>
        </a:p>
      </dgm:t>
    </dgm:pt>
    <dgm:pt modelId="{918D43BF-960D-47B4-9C14-170CB14FB50C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Ergebnisse</a:t>
          </a:r>
        </a:p>
      </dgm:t>
    </dgm:pt>
    <dgm:pt modelId="{40F61950-B28A-491F-8297-ADEE26AC3AAA}" type="parTrans" cxnId="{A8BE293A-5B57-4A59-ABF9-4F40CB55FF79}">
      <dgm:prSet/>
      <dgm:spPr/>
      <dgm:t>
        <a:bodyPr/>
        <a:lstStyle/>
        <a:p>
          <a:endParaRPr lang="de-DE"/>
        </a:p>
      </dgm:t>
    </dgm:pt>
    <dgm:pt modelId="{DE44C71F-6771-4C9B-913B-864533081BEC}" type="sibTrans" cxnId="{A8BE293A-5B57-4A59-ABF9-4F40CB55FF79}">
      <dgm:prSet/>
      <dgm:spPr/>
      <dgm:t>
        <a:bodyPr/>
        <a:lstStyle/>
        <a:p>
          <a:endParaRPr lang="de-DE"/>
        </a:p>
      </dgm:t>
    </dgm:pt>
    <dgm:pt modelId="{E8041164-1D0F-43E3-B0F8-ED3DFCE1B858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Vergleich</a:t>
          </a:r>
        </a:p>
      </dgm:t>
    </dgm:pt>
    <dgm:pt modelId="{8D8B955C-9A20-422B-8B73-3BCED0F82075}" type="parTrans" cxnId="{C5D0FAC2-7DF2-49F3-A09B-9F8758622B6F}">
      <dgm:prSet/>
      <dgm:spPr/>
      <dgm:t>
        <a:bodyPr/>
        <a:lstStyle/>
        <a:p>
          <a:endParaRPr lang="de-DE"/>
        </a:p>
      </dgm:t>
    </dgm:pt>
    <dgm:pt modelId="{940853FC-738F-4241-A3BD-06F8D841F324}" type="sibTrans" cxnId="{C5D0FAC2-7DF2-49F3-A09B-9F8758622B6F}">
      <dgm:prSet/>
      <dgm:spPr/>
      <dgm:t>
        <a:bodyPr/>
        <a:lstStyle/>
        <a:p>
          <a:endParaRPr lang="de-DE"/>
        </a:p>
      </dgm:t>
    </dgm:pt>
    <dgm:pt modelId="{BB1D394A-EB63-4187-8D83-E6F8220B352F}" type="pres">
      <dgm:prSet presAssocID="{A77EC4D0-81D5-477F-8083-91CC9C029A27}" presName="Name0" presStyleCnt="0">
        <dgm:presLayoutVars>
          <dgm:dir/>
          <dgm:resizeHandles val="exact"/>
        </dgm:presLayoutVars>
      </dgm:prSet>
      <dgm:spPr/>
    </dgm:pt>
    <dgm:pt modelId="{9225BDB9-B4BC-402E-985E-33278C9CECD5}" type="pres">
      <dgm:prSet presAssocID="{6A551162-E6FF-4454-A7FA-50853A5100A9}" presName="parTxOnly" presStyleLbl="node1" presStyleIdx="0" presStyleCnt="4">
        <dgm:presLayoutVars>
          <dgm:bulletEnabled val="1"/>
        </dgm:presLayoutVars>
      </dgm:prSet>
      <dgm:spPr/>
    </dgm:pt>
    <dgm:pt modelId="{5ABB18FB-2C92-4E0B-A429-084757A707EB}" type="pres">
      <dgm:prSet presAssocID="{7208380F-595F-4603-8B4D-2E17D35F0E10}" presName="parSpace" presStyleCnt="0"/>
      <dgm:spPr/>
    </dgm:pt>
    <dgm:pt modelId="{9A500426-08D2-49D5-B23D-3EFBB0526F5A}" type="pres">
      <dgm:prSet presAssocID="{3BC8957A-48CA-469A-817C-8542B00EC959}" presName="parTxOnly" presStyleLbl="node1" presStyleIdx="1" presStyleCnt="4">
        <dgm:presLayoutVars>
          <dgm:bulletEnabled val="1"/>
        </dgm:presLayoutVars>
      </dgm:prSet>
      <dgm:spPr/>
    </dgm:pt>
    <dgm:pt modelId="{4ADAC951-7438-4440-9B96-E06A4F10298A}" type="pres">
      <dgm:prSet presAssocID="{1B3D0DB0-B6CF-473B-B330-3C3B18287C75}" presName="parSpace" presStyleCnt="0"/>
      <dgm:spPr/>
    </dgm:pt>
    <dgm:pt modelId="{5E801731-0466-4037-9939-C7ED04A389C9}" type="pres">
      <dgm:prSet presAssocID="{918D43BF-960D-47B4-9C14-170CB14FB50C}" presName="parTxOnly" presStyleLbl="node1" presStyleIdx="2" presStyleCnt="4" custLinFactNeighborX="-2988" custLinFactNeighborY="57122">
        <dgm:presLayoutVars>
          <dgm:bulletEnabled val="1"/>
        </dgm:presLayoutVars>
      </dgm:prSet>
      <dgm:spPr/>
    </dgm:pt>
    <dgm:pt modelId="{9BB02555-58A3-4D4C-B715-E2CD3B0ABD0A}" type="pres">
      <dgm:prSet presAssocID="{DE44C71F-6771-4C9B-913B-864533081BEC}" presName="parSpace" presStyleCnt="0"/>
      <dgm:spPr/>
    </dgm:pt>
    <dgm:pt modelId="{EEB39CBF-20C0-4882-805B-892E6929FB5A}" type="pres">
      <dgm:prSet presAssocID="{E8041164-1D0F-43E3-B0F8-ED3DFCE1B858}" presName="parTxOnly" presStyleLbl="node1" presStyleIdx="3" presStyleCnt="4" custLinFactNeighborX="499" custLinFactNeighborY="41128">
        <dgm:presLayoutVars>
          <dgm:bulletEnabled val="1"/>
        </dgm:presLayoutVars>
      </dgm:prSet>
      <dgm:spPr/>
    </dgm:pt>
  </dgm:ptLst>
  <dgm:cxnLst>
    <dgm:cxn modelId="{E491331F-A0DF-4F91-B7CE-9277FAC962A7}" type="presOf" srcId="{A77EC4D0-81D5-477F-8083-91CC9C029A27}" destId="{BB1D394A-EB63-4187-8D83-E6F8220B352F}" srcOrd="0" destOrd="0" presId="urn:microsoft.com/office/officeart/2005/8/layout/hChevron3"/>
    <dgm:cxn modelId="{08B42C31-EF9F-4996-BF78-776C4BBE42E6}" type="presOf" srcId="{3BC8957A-48CA-469A-817C-8542B00EC959}" destId="{9A500426-08D2-49D5-B23D-3EFBB0526F5A}" srcOrd="0" destOrd="0" presId="urn:microsoft.com/office/officeart/2005/8/layout/hChevron3"/>
    <dgm:cxn modelId="{A8BE293A-5B57-4A59-ABF9-4F40CB55FF79}" srcId="{A77EC4D0-81D5-477F-8083-91CC9C029A27}" destId="{918D43BF-960D-47B4-9C14-170CB14FB50C}" srcOrd="2" destOrd="0" parTransId="{40F61950-B28A-491F-8297-ADEE26AC3AAA}" sibTransId="{DE44C71F-6771-4C9B-913B-864533081BEC}"/>
    <dgm:cxn modelId="{DFA8233D-1A8B-4CBD-ADFA-2CDB45C3C5AD}" srcId="{A77EC4D0-81D5-477F-8083-91CC9C029A27}" destId="{3BC8957A-48CA-469A-817C-8542B00EC959}" srcOrd="1" destOrd="0" parTransId="{C01F38D2-8342-413C-B212-119C87FD6D2A}" sibTransId="{1B3D0DB0-B6CF-473B-B330-3C3B18287C75}"/>
    <dgm:cxn modelId="{490C5072-E909-4374-87F6-5DD74126EB28}" type="presOf" srcId="{6A551162-E6FF-4454-A7FA-50853A5100A9}" destId="{9225BDB9-B4BC-402E-985E-33278C9CECD5}" srcOrd="0" destOrd="0" presId="urn:microsoft.com/office/officeart/2005/8/layout/hChevron3"/>
    <dgm:cxn modelId="{0EE11B7F-BAE3-4906-82B5-6EB7093B6C3B}" type="presOf" srcId="{E8041164-1D0F-43E3-B0F8-ED3DFCE1B858}" destId="{EEB39CBF-20C0-4882-805B-892E6929FB5A}" srcOrd="0" destOrd="0" presId="urn:microsoft.com/office/officeart/2005/8/layout/hChevron3"/>
    <dgm:cxn modelId="{06B2A1A8-B482-4296-BCBD-7ED9958B20FA}" srcId="{A77EC4D0-81D5-477F-8083-91CC9C029A27}" destId="{6A551162-E6FF-4454-A7FA-50853A5100A9}" srcOrd="0" destOrd="0" parTransId="{80195E01-1008-48F2-B033-4A2267864F39}" sibTransId="{7208380F-595F-4603-8B4D-2E17D35F0E10}"/>
    <dgm:cxn modelId="{46C2E5B6-E66A-4286-A1DB-80F75B504862}" type="presOf" srcId="{918D43BF-960D-47B4-9C14-170CB14FB50C}" destId="{5E801731-0466-4037-9939-C7ED04A389C9}" srcOrd="0" destOrd="0" presId="urn:microsoft.com/office/officeart/2005/8/layout/hChevron3"/>
    <dgm:cxn modelId="{C5D0FAC2-7DF2-49F3-A09B-9F8758622B6F}" srcId="{A77EC4D0-81D5-477F-8083-91CC9C029A27}" destId="{E8041164-1D0F-43E3-B0F8-ED3DFCE1B858}" srcOrd="3" destOrd="0" parTransId="{8D8B955C-9A20-422B-8B73-3BCED0F82075}" sibTransId="{940853FC-738F-4241-A3BD-06F8D841F324}"/>
    <dgm:cxn modelId="{3A43BE55-120D-4D28-98A9-62F157919BF0}" type="presParOf" srcId="{BB1D394A-EB63-4187-8D83-E6F8220B352F}" destId="{9225BDB9-B4BC-402E-985E-33278C9CECD5}" srcOrd="0" destOrd="0" presId="urn:microsoft.com/office/officeart/2005/8/layout/hChevron3"/>
    <dgm:cxn modelId="{73DF8B7E-7B8C-4FAE-8B84-E2DE3D81D667}" type="presParOf" srcId="{BB1D394A-EB63-4187-8D83-E6F8220B352F}" destId="{5ABB18FB-2C92-4E0B-A429-084757A707EB}" srcOrd="1" destOrd="0" presId="urn:microsoft.com/office/officeart/2005/8/layout/hChevron3"/>
    <dgm:cxn modelId="{CD0FFB6D-0FA2-4B1B-82E1-B1F664C06A74}" type="presParOf" srcId="{BB1D394A-EB63-4187-8D83-E6F8220B352F}" destId="{9A500426-08D2-49D5-B23D-3EFBB0526F5A}" srcOrd="2" destOrd="0" presId="urn:microsoft.com/office/officeart/2005/8/layout/hChevron3"/>
    <dgm:cxn modelId="{405B0999-4E8B-4BA1-A381-4C701B87C7E6}" type="presParOf" srcId="{BB1D394A-EB63-4187-8D83-E6F8220B352F}" destId="{4ADAC951-7438-4440-9B96-E06A4F10298A}" srcOrd="3" destOrd="0" presId="urn:microsoft.com/office/officeart/2005/8/layout/hChevron3"/>
    <dgm:cxn modelId="{0DE48048-F718-40F1-9ED9-4AAE5C3BD210}" type="presParOf" srcId="{BB1D394A-EB63-4187-8D83-E6F8220B352F}" destId="{5E801731-0466-4037-9939-C7ED04A389C9}" srcOrd="4" destOrd="0" presId="urn:microsoft.com/office/officeart/2005/8/layout/hChevron3"/>
    <dgm:cxn modelId="{EA2E5849-1A3F-4CE5-9336-2A5D77066FAD}" type="presParOf" srcId="{BB1D394A-EB63-4187-8D83-E6F8220B352F}" destId="{9BB02555-58A3-4D4C-B715-E2CD3B0ABD0A}" srcOrd="5" destOrd="0" presId="urn:microsoft.com/office/officeart/2005/8/layout/hChevron3"/>
    <dgm:cxn modelId="{BBE6332B-357F-49E2-B73C-203BBED2BBA5}" type="presParOf" srcId="{BB1D394A-EB63-4187-8D83-E6F8220B352F}" destId="{EEB39CBF-20C0-4882-805B-892E6929FB5A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7EC4D0-81D5-477F-8083-91CC9C029A2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6A551162-E6FF-4454-A7FA-50853A5100A9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Fragestellung</a:t>
          </a:r>
        </a:p>
      </dgm:t>
    </dgm:pt>
    <dgm:pt modelId="{80195E01-1008-48F2-B033-4A2267864F39}" type="parTrans" cxnId="{06B2A1A8-B482-4296-BCBD-7ED9958B20FA}">
      <dgm:prSet/>
      <dgm:spPr/>
      <dgm:t>
        <a:bodyPr/>
        <a:lstStyle/>
        <a:p>
          <a:endParaRPr lang="de-DE"/>
        </a:p>
      </dgm:t>
    </dgm:pt>
    <dgm:pt modelId="{7208380F-595F-4603-8B4D-2E17D35F0E10}" type="sibTrans" cxnId="{06B2A1A8-B482-4296-BCBD-7ED9958B20FA}">
      <dgm:prSet/>
      <dgm:spPr/>
      <dgm:t>
        <a:bodyPr/>
        <a:lstStyle/>
        <a:p>
          <a:endParaRPr lang="de-DE"/>
        </a:p>
      </dgm:t>
    </dgm:pt>
    <dgm:pt modelId="{3BC8957A-48CA-469A-817C-8542B00EC959}">
      <dgm:prSet phldrT="[Text]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Work Flow</a:t>
          </a:r>
        </a:p>
      </dgm:t>
    </dgm:pt>
    <dgm:pt modelId="{C01F38D2-8342-413C-B212-119C87FD6D2A}" type="parTrans" cxnId="{DFA8233D-1A8B-4CBD-ADFA-2CDB45C3C5AD}">
      <dgm:prSet/>
      <dgm:spPr/>
      <dgm:t>
        <a:bodyPr/>
        <a:lstStyle/>
        <a:p>
          <a:endParaRPr lang="de-DE"/>
        </a:p>
      </dgm:t>
    </dgm:pt>
    <dgm:pt modelId="{1B3D0DB0-B6CF-473B-B330-3C3B18287C75}" type="sibTrans" cxnId="{DFA8233D-1A8B-4CBD-ADFA-2CDB45C3C5AD}">
      <dgm:prSet/>
      <dgm:spPr/>
      <dgm:t>
        <a:bodyPr/>
        <a:lstStyle/>
        <a:p>
          <a:endParaRPr lang="de-DE"/>
        </a:p>
      </dgm:t>
    </dgm:pt>
    <dgm:pt modelId="{918D43BF-960D-47B4-9C14-170CB14FB50C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Ergebnisse</a:t>
          </a:r>
        </a:p>
      </dgm:t>
    </dgm:pt>
    <dgm:pt modelId="{40F61950-B28A-491F-8297-ADEE26AC3AAA}" type="parTrans" cxnId="{A8BE293A-5B57-4A59-ABF9-4F40CB55FF79}">
      <dgm:prSet/>
      <dgm:spPr/>
      <dgm:t>
        <a:bodyPr/>
        <a:lstStyle/>
        <a:p>
          <a:endParaRPr lang="de-DE"/>
        </a:p>
      </dgm:t>
    </dgm:pt>
    <dgm:pt modelId="{DE44C71F-6771-4C9B-913B-864533081BEC}" type="sibTrans" cxnId="{A8BE293A-5B57-4A59-ABF9-4F40CB55FF79}">
      <dgm:prSet/>
      <dgm:spPr/>
      <dgm:t>
        <a:bodyPr/>
        <a:lstStyle/>
        <a:p>
          <a:endParaRPr lang="de-DE"/>
        </a:p>
      </dgm:t>
    </dgm:pt>
    <dgm:pt modelId="{E8041164-1D0F-43E3-B0F8-ED3DFCE1B858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Vergleich</a:t>
          </a:r>
        </a:p>
      </dgm:t>
    </dgm:pt>
    <dgm:pt modelId="{8D8B955C-9A20-422B-8B73-3BCED0F82075}" type="parTrans" cxnId="{C5D0FAC2-7DF2-49F3-A09B-9F8758622B6F}">
      <dgm:prSet/>
      <dgm:spPr/>
      <dgm:t>
        <a:bodyPr/>
        <a:lstStyle/>
        <a:p>
          <a:endParaRPr lang="de-DE"/>
        </a:p>
      </dgm:t>
    </dgm:pt>
    <dgm:pt modelId="{940853FC-738F-4241-A3BD-06F8D841F324}" type="sibTrans" cxnId="{C5D0FAC2-7DF2-49F3-A09B-9F8758622B6F}">
      <dgm:prSet/>
      <dgm:spPr/>
      <dgm:t>
        <a:bodyPr/>
        <a:lstStyle/>
        <a:p>
          <a:endParaRPr lang="de-DE"/>
        </a:p>
      </dgm:t>
    </dgm:pt>
    <dgm:pt modelId="{BB1D394A-EB63-4187-8D83-E6F8220B352F}" type="pres">
      <dgm:prSet presAssocID="{A77EC4D0-81D5-477F-8083-91CC9C029A27}" presName="Name0" presStyleCnt="0">
        <dgm:presLayoutVars>
          <dgm:dir/>
          <dgm:resizeHandles val="exact"/>
        </dgm:presLayoutVars>
      </dgm:prSet>
      <dgm:spPr/>
    </dgm:pt>
    <dgm:pt modelId="{9225BDB9-B4BC-402E-985E-33278C9CECD5}" type="pres">
      <dgm:prSet presAssocID="{6A551162-E6FF-4454-A7FA-50853A5100A9}" presName="parTxOnly" presStyleLbl="node1" presStyleIdx="0" presStyleCnt="4">
        <dgm:presLayoutVars>
          <dgm:bulletEnabled val="1"/>
        </dgm:presLayoutVars>
      </dgm:prSet>
      <dgm:spPr/>
    </dgm:pt>
    <dgm:pt modelId="{5ABB18FB-2C92-4E0B-A429-084757A707EB}" type="pres">
      <dgm:prSet presAssocID="{7208380F-595F-4603-8B4D-2E17D35F0E10}" presName="parSpace" presStyleCnt="0"/>
      <dgm:spPr/>
    </dgm:pt>
    <dgm:pt modelId="{9A500426-08D2-49D5-B23D-3EFBB0526F5A}" type="pres">
      <dgm:prSet presAssocID="{3BC8957A-48CA-469A-817C-8542B00EC959}" presName="parTxOnly" presStyleLbl="node1" presStyleIdx="1" presStyleCnt="4">
        <dgm:presLayoutVars>
          <dgm:bulletEnabled val="1"/>
        </dgm:presLayoutVars>
      </dgm:prSet>
      <dgm:spPr/>
    </dgm:pt>
    <dgm:pt modelId="{4ADAC951-7438-4440-9B96-E06A4F10298A}" type="pres">
      <dgm:prSet presAssocID="{1B3D0DB0-B6CF-473B-B330-3C3B18287C75}" presName="parSpace" presStyleCnt="0"/>
      <dgm:spPr/>
    </dgm:pt>
    <dgm:pt modelId="{5E801731-0466-4037-9939-C7ED04A389C9}" type="pres">
      <dgm:prSet presAssocID="{918D43BF-960D-47B4-9C14-170CB14FB50C}" presName="parTxOnly" presStyleLbl="node1" presStyleIdx="2" presStyleCnt="4" custLinFactNeighborX="-2988" custLinFactNeighborY="57122">
        <dgm:presLayoutVars>
          <dgm:bulletEnabled val="1"/>
        </dgm:presLayoutVars>
      </dgm:prSet>
      <dgm:spPr/>
    </dgm:pt>
    <dgm:pt modelId="{9BB02555-58A3-4D4C-B715-E2CD3B0ABD0A}" type="pres">
      <dgm:prSet presAssocID="{DE44C71F-6771-4C9B-913B-864533081BEC}" presName="parSpace" presStyleCnt="0"/>
      <dgm:spPr/>
    </dgm:pt>
    <dgm:pt modelId="{EEB39CBF-20C0-4882-805B-892E6929FB5A}" type="pres">
      <dgm:prSet presAssocID="{E8041164-1D0F-43E3-B0F8-ED3DFCE1B858}" presName="parTxOnly" presStyleLbl="node1" presStyleIdx="3" presStyleCnt="4" custLinFactNeighborX="499" custLinFactNeighborY="41128">
        <dgm:presLayoutVars>
          <dgm:bulletEnabled val="1"/>
        </dgm:presLayoutVars>
      </dgm:prSet>
      <dgm:spPr/>
    </dgm:pt>
  </dgm:ptLst>
  <dgm:cxnLst>
    <dgm:cxn modelId="{E491331F-A0DF-4F91-B7CE-9277FAC962A7}" type="presOf" srcId="{A77EC4D0-81D5-477F-8083-91CC9C029A27}" destId="{BB1D394A-EB63-4187-8D83-E6F8220B352F}" srcOrd="0" destOrd="0" presId="urn:microsoft.com/office/officeart/2005/8/layout/hChevron3"/>
    <dgm:cxn modelId="{08B42C31-EF9F-4996-BF78-776C4BBE42E6}" type="presOf" srcId="{3BC8957A-48CA-469A-817C-8542B00EC959}" destId="{9A500426-08D2-49D5-B23D-3EFBB0526F5A}" srcOrd="0" destOrd="0" presId="urn:microsoft.com/office/officeart/2005/8/layout/hChevron3"/>
    <dgm:cxn modelId="{A8BE293A-5B57-4A59-ABF9-4F40CB55FF79}" srcId="{A77EC4D0-81D5-477F-8083-91CC9C029A27}" destId="{918D43BF-960D-47B4-9C14-170CB14FB50C}" srcOrd="2" destOrd="0" parTransId="{40F61950-B28A-491F-8297-ADEE26AC3AAA}" sibTransId="{DE44C71F-6771-4C9B-913B-864533081BEC}"/>
    <dgm:cxn modelId="{DFA8233D-1A8B-4CBD-ADFA-2CDB45C3C5AD}" srcId="{A77EC4D0-81D5-477F-8083-91CC9C029A27}" destId="{3BC8957A-48CA-469A-817C-8542B00EC959}" srcOrd="1" destOrd="0" parTransId="{C01F38D2-8342-413C-B212-119C87FD6D2A}" sibTransId="{1B3D0DB0-B6CF-473B-B330-3C3B18287C75}"/>
    <dgm:cxn modelId="{490C5072-E909-4374-87F6-5DD74126EB28}" type="presOf" srcId="{6A551162-E6FF-4454-A7FA-50853A5100A9}" destId="{9225BDB9-B4BC-402E-985E-33278C9CECD5}" srcOrd="0" destOrd="0" presId="urn:microsoft.com/office/officeart/2005/8/layout/hChevron3"/>
    <dgm:cxn modelId="{0EE11B7F-BAE3-4906-82B5-6EB7093B6C3B}" type="presOf" srcId="{E8041164-1D0F-43E3-B0F8-ED3DFCE1B858}" destId="{EEB39CBF-20C0-4882-805B-892E6929FB5A}" srcOrd="0" destOrd="0" presId="urn:microsoft.com/office/officeart/2005/8/layout/hChevron3"/>
    <dgm:cxn modelId="{06B2A1A8-B482-4296-BCBD-7ED9958B20FA}" srcId="{A77EC4D0-81D5-477F-8083-91CC9C029A27}" destId="{6A551162-E6FF-4454-A7FA-50853A5100A9}" srcOrd="0" destOrd="0" parTransId="{80195E01-1008-48F2-B033-4A2267864F39}" sibTransId="{7208380F-595F-4603-8B4D-2E17D35F0E10}"/>
    <dgm:cxn modelId="{46C2E5B6-E66A-4286-A1DB-80F75B504862}" type="presOf" srcId="{918D43BF-960D-47B4-9C14-170CB14FB50C}" destId="{5E801731-0466-4037-9939-C7ED04A389C9}" srcOrd="0" destOrd="0" presId="urn:microsoft.com/office/officeart/2005/8/layout/hChevron3"/>
    <dgm:cxn modelId="{C5D0FAC2-7DF2-49F3-A09B-9F8758622B6F}" srcId="{A77EC4D0-81D5-477F-8083-91CC9C029A27}" destId="{E8041164-1D0F-43E3-B0F8-ED3DFCE1B858}" srcOrd="3" destOrd="0" parTransId="{8D8B955C-9A20-422B-8B73-3BCED0F82075}" sibTransId="{940853FC-738F-4241-A3BD-06F8D841F324}"/>
    <dgm:cxn modelId="{3A43BE55-120D-4D28-98A9-62F157919BF0}" type="presParOf" srcId="{BB1D394A-EB63-4187-8D83-E6F8220B352F}" destId="{9225BDB9-B4BC-402E-985E-33278C9CECD5}" srcOrd="0" destOrd="0" presId="urn:microsoft.com/office/officeart/2005/8/layout/hChevron3"/>
    <dgm:cxn modelId="{73DF8B7E-7B8C-4FAE-8B84-E2DE3D81D667}" type="presParOf" srcId="{BB1D394A-EB63-4187-8D83-E6F8220B352F}" destId="{5ABB18FB-2C92-4E0B-A429-084757A707EB}" srcOrd="1" destOrd="0" presId="urn:microsoft.com/office/officeart/2005/8/layout/hChevron3"/>
    <dgm:cxn modelId="{CD0FFB6D-0FA2-4B1B-82E1-B1F664C06A74}" type="presParOf" srcId="{BB1D394A-EB63-4187-8D83-E6F8220B352F}" destId="{9A500426-08D2-49D5-B23D-3EFBB0526F5A}" srcOrd="2" destOrd="0" presId="urn:microsoft.com/office/officeart/2005/8/layout/hChevron3"/>
    <dgm:cxn modelId="{405B0999-4E8B-4BA1-A381-4C701B87C7E6}" type="presParOf" srcId="{BB1D394A-EB63-4187-8D83-E6F8220B352F}" destId="{4ADAC951-7438-4440-9B96-E06A4F10298A}" srcOrd="3" destOrd="0" presId="urn:microsoft.com/office/officeart/2005/8/layout/hChevron3"/>
    <dgm:cxn modelId="{0DE48048-F718-40F1-9ED9-4AAE5C3BD210}" type="presParOf" srcId="{BB1D394A-EB63-4187-8D83-E6F8220B352F}" destId="{5E801731-0466-4037-9939-C7ED04A389C9}" srcOrd="4" destOrd="0" presId="urn:microsoft.com/office/officeart/2005/8/layout/hChevron3"/>
    <dgm:cxn modelId="{EA2E5849-1A3F-4CE5-9336-2A5D77066FAD}" type="presParOf" srcId="{BB1D394A-EB63-4187-8D83-E6F8220B352F}" destId="{9BB02555-58A3-4D4C-B715-E2CD3B0ABD0A}" srcOrd="5" destOrd="0" presId="urn:microsoft.com/office/officeart/2005/8/layout/hChevron3"/>
    <dgm:cxn modelId="{BBE6332B-357F-49E2-B73C-203BBED2BBA5}" type="presParOf" srcId="{BB1D394A-EB63-4187-8D83-E6F8220B352F}" destId="{EEB39CBF-20C0-4882-805B-892E6929FB5A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77EC4D0-81D5-477F-8083-91CC9C029A2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6A551162-E6FF-4454-A7FA-50853A5100A9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Fragestellung</a:t>
          </a:r>
        </a:p>
      </dgm:t>
    </dgm:pt>
    <dgm:pt modelId="{80195E01-1008-48F2-B033-4A2267864F39}" type="parTrans" cxnId="{06B2A1A8-B482-4296-BCBD-7ED9958B20FA}">
      <dgm:prSet/>
      <dgm:spPr/>
      <dgm:t>
        <a:bodyPr/>
        <a:lstStyle/>
        <a:p>
          <a:endParaRPr lang="de-DE"/>
        </a:p>
      </dgm:t>
    </dgm:pt>
    <dgm:pt modelId="{7208380F-595F-4603-8B4D-2E17D35F0E10}" type="sibTrans" cxnId="{06B2A1A8-B482-4296-BCBD-7ED9958B20FA}">
      <dgm:prSet/>
      <dgm:spPr/>
      <dgm:t>
        <a:bodyPr/>
        <a:lstStyle/>
        <a:p>
          <a:endParaRPr lang="de-DE"/>
        </a:p>
      </dgm:t>
    </dgm:pt>
    <dgm:pt modelId="{3BC8957A-48CA-469A-817C-8542B00EC959}">
      <dgm:prSet phldrT="[Text]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Work Flow</a:t>
          </a:r>
        </a:p>
      </dgm:t>
    </dgm:pt>
    <dgm:pt modelId="{C01F38D2-8342-413C-B212-119C87FD6D2A}" type="parTrans" cxnId="{DFA8233D-1A8B-4CBD-ADFA-2CDB45C3C5AD}">
      <dgm:prSet/>
      <dgm:spPr/>
      <dgm:t>
        <a:bodyPr/>
        <a:lstStyle/>
        <a:p>
          <a:endParaRPr lang="de-DE"/>
        </a:p>
      </dgm:t>
    </dgm:pt>
    <dgm:pt modelId="{1B3D0DB0-B6CF-473B-B330-3C3B18287C75}" type="sibTrans" cxnId="{DFA8233D-1A8B-4CBD-ADFA-2CDB45C3C5AD}">
      <dgm:prSet/>
      <dgm:spPr/>
      <dgm:t>
        <a:bodyPr/>
        <a:lstStyle/>
        <a:p>
          <a:endParaRPr lang="de-DE"/>
        </a:p>
      </dgm:t>
    </dgm:pt>
    <dgm:pt modelId="{918D43BF-960D-47B4-9C14-170CB14FB50C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Ergebnisse</a:t>
          </a:r>
        </a:p>
      </dgm:t>
    </dgm:pt>
    <dgm:pt modelId="{40F61950-B28A-491F-8297-ADEE26AC3AAA}" type="parTrans" cxnId="{A8BE293A-5B57-4A59-ABF9-4F40CB55FF79}">
      <dgm:prSet/>
      <dgm:spPr/>
      <dgm:t>
        <a:bodyPr/>
        <a:lstStyle/>
        <a:p>
          <a:endParaRPr lang="de-DE"/>
        </a:p>
      </dgm:t>
    </dgm:pt>
    <dgm:pt modelId="{DE44C71F-6771-4C9B-913B-864533081BEC}" type="sibTrans" cxnId="{A8BE293A-5B57-4A59-ABF9-4F40CB55FF79}">
      <dgm:prSet/>
      <dgm:spPr/>
      <dgm:t>
        <a:bodyPr/>
        <a:lstStyle/>
        <a:p>
          <a:endParaRPr lang="de-DE"/>
        </a:p>
      </dgm:t>
    </dgm:pt>
    <dgm:pt modelId="{E8041164-1D0F-43E3-B0F8-ED3DFCE1B858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Vergleich</a:t>
          </a:r>
        </a:p>
      </dgm:t>
    </dgm:pt>
    <dgm:pt modelId="{8D8B955C-9A20-422B-8B73-3BCED0F82075}" type="parTrans" cxnId="{C5D0FAC2-7DF2-49F3-A09B-9F8758622B6F}">
      <dgm:prSet/>
      <dgm:spPr/>
      <dgm:t>
        <a:bodyPr/>
        <a:lstStyle/>
        <a:p>
          <a:endParaRPr lang="de-DE"/>
        </a:p>
      </dgm:t>
    </dgm:pt>
    <dgm:pt modelId="{940853FC-738F-4241-A3BD-06F8D841F324}" type="sibTrans" cxnId="{C5D0FAC2-7DF2-49F3-A09B-9F8758622B6F}">
      <dgm:prSet/>
      <dgm:spPr/>
      <dgm:t>
        <a:bodyPr/>
        <a:lstStyle/>
        <a:p>
          <a:endParaRPr lang="de-DE"/>
        </a:p>
      </dgm:t>
    </dgm:pt>
    <dgm:pt modelId="{BB1D394A-EB63-4187-8D83-E6F8220B352F}" type="pres">
      <dgm:prSet presAssocID="{A77EC4D0-81D5-477F-8083-91CC9C029A27}" presName="Name0" presStyleCnt="0">
        <dgm:presLayoutVars>
          <dgm:dir/>
          <dgm:resizeHandles val="exact"/>
        </dgm:presLayoutVars>
      </dgm:prSet>
      <dgm:spPr/>
    </dgm:pt>
    <dgm:pt modelId="{9225BDB9-B4BC-402E-985E-33278C9CECD5}" type="pres">
      <dgm:prSet presAssocID="{6A551162-E6FF-4454-A7FA-50853A5100A9}" presName="parTxOnly" presStyleLbl="node1" presStyleIdx="0" presStyleCnt="4">
        <dgm:presLayoutVars>
          <dgm:bulletEnabled val="1"/>
        </dgm:presLayoutVars>
      </dgm:prSet>
      <dgm:spPr/>
    </dgm:pt>
    <dgm:pt modelId="{5ABB18FB-2C92-4E0B-A429-084757A707EB}" type="pres">
      <dgm:prSet presAssocID="{7208380F-595F-4603-8B4D-2E17D35F0E10}" presName="parSpace" presStyleCnt="0"/>
      <dgm:spPr/>
    </dgm:pt>
    <dgm:pt modelId="{9A500426-08D2-49D5-B23D-3EFBB0526F5A}" type="pres">
      <dgm:prSet presAssocID="{3BC8957A-48CA-469A-817C-8542B00EC959}" presName="parTxOnly" presStyleLbl="node1" presStyleIdx="1" presStyleCnt="4">
        <dgm:presLayoutVars>
          <dgm:bulletEnabled val="1"/>
        </dgm:presLayoutVars>
      </dgm:prSet>
      <dgm:spPr/>
    </dgm:pt>
    <dgm:pt modelId="{4ADAC951-7438-4440-9B96-E06A4F10298A}" type="pres">
      <dgm:prSet presAssocID="{1B3D0DB0-B6CF-473B-B330-3C3B18287C75}" presName="parSpace" presStyleCnt="0"/>
      <dgm:spPr/>
    </dgm:pt>
    <dgm:pt modelId="{5E801731-0466-4037-9939-C7ED04A389C9}" type="pres">
      <dgm:prSet presAssocID="{918D43BF-960D-47B4-9C14-170CB14FB50C}" presName="parTxOnly" presStyleLbl="node1" presStyleIdx="2" presStyleCnt="4" custLinFactNeighborX="-2988" custLinFactNeighborY="57122">
        <dgm:presLayoutVars>
          <dgm:bulletEnabled val="1"/>
        </dgm:presLayoutVars>
      </dgm:prSet>
      <dgm:spPr/>
    </dgm:pt>
    <dgm:pt modelId="{9BB02555-58A3-4D4C-B715-E2CD3B0ABD0A}" type="pres">
      <dgm:prSet presAssocID="{DE44C71F-6771-4C9B-913B-864533081BEC}" presName="parSpace" presStyleCnt="0"/>
      <dgm:spPr/>
    </dgm:pt>
    <dgm:pt modelId="{EEB39CBF-20C0-4882-805B-892E6929FB5A}" type="pres">
      <dgm:prSet presAssocID="{E8041164-1D0F-43E3-B0F8-ED3DFCE1B858}" presName="parTxOnly" presStyleLbl="node1" presStyleIdx="3" presStyleCnt="4" custLinFactNeighborX="499" custLinFactNeighborY="41128">
        <dgm:presLayoutVars>
          <dgm:bulletEnabled val="1"/>
        </dgm:presLayoutVars>
      </dgm:prSet>
      <dgm:spPr/>
    </dgm:pt>
  </dgm:ptLst>
  <dgm:cxnLst>
    <dgm:cxn modelId="{E491331F-A0DF-4F91-B7CE-9277FAC962A7}" type="presOf" srcId="{A77EC4D0-81D5-477F-8083-91CC9C029A27}" destId="{BB1D394A-EB63-4187-8D83-E6F8220B352F}" srcOrd="0" destOrd="0" presId="urn:microsoft.com/office/officeart/2005/8/layout/hChevron3"/>
    <dgm:cxn modelId="{08B42C31-EF9F-4996-BF78-776C4BBE42E6}" type="presOf" srcId="{3BC8957A-48CA-469A-817C-8542B00EC959}" destId="{9A500426-08D2-49D5-B23D-3EFBB0526F5A}" srcOrd="0" destOrd="0" presId="urn:microsoft.com/office/officeart/2005/8/layout/hChevron3"/>
    <dgm:cxn modelId="{A8BE293A-5B57-4A59-ABF9-4F40CB55FF79}" srcId="{A77EC4D0-81D5-477F-8083-91CC9C029A27}" destId="{918D43BF-960D-47B4-9C14-170CB14FB50C}" srcOrd="2" destOrd="0" parTransId="{40F61950-B28A-491F-8297-ADEE26AC3AAA}" sibTransId="{DE44C71F-6771-4C9B-913B-864533081BEC}"/>
    <dgm:cxn modelId="{DFA8233D-1A8B-4CBD-ADFA-2CDB45C3C5AD}" srcId="{A77EC4D0-81D5-477F-8083-91CC9C029A27}" destId="{3BC8957A-48CA-469A-817C-8542B00EC959}" srcOrd="1" destOrd="0" parTransId="{C01F38D2-8342-413C-B212-119C87FD6D2A}" sibTransId="{1B3D0DB0-B6CF-473B-B330-3C3B18287C75}"/>
    <dgm:cxn modelId="{490C5072-E909-4374-87F6-5DD74126EB28}" type="presOf" srcId="{6A551162-E6FF-4454-A7FA-50853A5100A9}" destId="{9225BDB9-B4BC-402E-985E-33278C9CECD5}" srcOrd="0" destOrd="0" presId="urn:microsoft.com/office/officeart/2005/8/layout/hChevron3"/>
    <dgm:cxn modelId="{0EE11B7F-BAE3-4906-82B5-6EB7093B6C3B}" type="presOf" srcId="{E8041164-1D0F-43E3-B0F8-ED3DFCE1B858}" destId="{EEB39CBF-20C0-4882-805B-892E6929FB5A}" srcOrd="0" destOrd="0" presId="urn:microsoft.com/office/officeart/2005/8/layout/hChevron3"/>
    <dgm:cxn modelId="{06B2A1A8-B482-4296-BCBD-7ED9958B20FA}" srcId="{A77EC4D0-81D5-477F-8083-91CC9C029A27}" destId="{6A551162-E6FF-4454-A7FA-50853A5100A9}" srcOrd="0" destOrd="0" parTransId="{80195E01-1008-48F2-B033-4A2267864F39}" sibTransId="{7208380F-595F-4603-8B4D-2E17D35F0E10}"/>
    <dgm:cxn modelId="{46C2E5B6-E66A-4286-A1DB-80F75B504862}" type="presOf" srcId="{918D43BF-960D-47B4-9C14-170CB14FB50C}" destId="{5E801731-0466-4037-9939-C7ED04A389C9}" srcOrd="0" destOrd="0" presId="urn:microsoft.com/office/officeart/2005/8/layout/hChevron3"/>
    <dgm:cxn modelId="{C5D0FAC2-7DF2-49F3-A09B-9F8758622B6F}" srcId="{A77EC4D0-81D5-477F-8083-91CC9C029A27}" destId="{E8041164-1D0F-43E3-B0F8-ED3DFCE1B858}" srcOrd="3" destOrd="0" parTransId="{8D8B955C-9A20-422B-8B73-3BCED0F82075}" sibTransId="{940853FC-738F-4241-A3BD-06F8D841F324}"/>
    <dgm:cxn modelId="{3A43BE55-120D-4D28-98A9-62F157919BF0}" type="presParOf" srcId="{BB1D394A-EB63-4187-8D83-E6F8220B352F}" destId="{9225BDB9-B4BC-402E-985E-33278C9CECD5}" srcOrd="0" destOrd="0" presId="urn:microsoft.com/office/officeart/2005/8/layout/hChevron3"/>
    <dgm:cxn modelId="{73DF8B7E-7B8C-4FAE-8B84-E2DE3D81D667}" type="presParOf" srcId="{BB1D394A-EB63-4187-8D83-E6F8220B352F}" destId="{5ABB18FB-2C92-4E0B-A429-084757A707EB}" srcOrd="1" destOrd="0" presId="urn:microsoft.com/office/officeart/2005/8/layout/hChevron3"/>
    <dgm:cxn modelId="{CD0FFB6D-0FA2-4B1B-82E1-B1F664C06A74}" type="presParOf" srcId="{BB1D394A-EB63-4187-8D83-E6F8220B352F}" destId="{9A500426-08D2-49D5-B23D-3EFBB0526F5A}" srcOrd="2" destOrd="0" presId="urn:microsoft.com/office/officeart/2005/8/layout/hChevron3"/>
    <dgm:cxn modelId="{405B0999-4E8B-4BA1-A381-4C701B87C7E6}" type="presParOf" srcId="{BB1D394A-EB63-4187-8D83-E6F8220B352F}" destId="{4ADAC951-7438-4440-9B96-E06A4F10298A}" srcOrd="3" destOrd="0" presId="urn:microsoft.com/office/officeart/2005/8/layout/hChevron3"/>
    <dgm:cxn modelId="{0DE48048-F718-40F1-9ED9-4AAE5C3BD210}" type="presParOf" srcId="{BB1D394A-EB63-4187-8D83-E6F8220B352F}" destId="{5E801731-0466-4037-9939-C7ED04A389C9}" srcOrd="4" destOrd="0" presId="urn:microsoft.com/office/officeart/2005/8/layout/hChevron3"/>
    <dgm:cxn modelId="{EA2E5849-1A3F-4CE5-9336-2A5D77066FAD}" type="presParOf" srcId="{BB1D394A-EB63-4187-8D83-E6F8220B352F}" destId="{9BB02555-58A3-4D4C-B715-E2CD3B0ABD0A}" srcOrd="5" destOrd="0" presId="urn:microsoft.com/office/officeart/2005/8/layout/hChevron3"/>
    <dgm:cxn modelId="{BBE6332B-357F-49E2-B73C-203BBED2BBA5}" type="presParOf" srcId="{BB1D394A-EB63-4187-8D83-E6F8220B352F}" destId="{EEB39CBF-20C0-4882-805B-892E6929FB5A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77EC4D0-81D5-477F-8083-91CC9C029A2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6A551162-E6FF-4454-A7FA-50853A5100A9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Fragestellung</a:t>
          </a:r>
        </a:p>
      </dgm:t>
    </dgm:pt>
    <dgm:pt modelId="{80195E01-1008-48F2-B033-4A2267864F39}" type="parTrans" cxnId="{06B2A1A8-B482-4296-BCBD-7ED9958B20FA}">
      <dgm:prSet/>
      <dgm:spPr/>
      <dgm:t>
        <a:bodyPr/>
        <a:lstStyle/>
        <a:p>
          <a:endParaRPr lang="de-DE"/>
        </a:p>
      </dgm:t>
    </dgm:pt>
    <dgm:pt modelId="{7208380F-595F-4603-8B4D-2E17D35F0E10}" type="sibTrans" cxnId="{06B2A1A8-B482-4296-BCBD-7ED9958B20FA}">
      <dgm:prSet/>
      <dgm:spPr/>
      <dgm:t>
        <a:bodyPr/>
        <a:lstStyle/>
        <a:p>
          <a:endParaRPr lang="de-DE"/>
        </a:p>
      </dgm:t>
    </dgm:pt>
    <dgm:pt modelId="{3BC8957A-48CA-469A-817C-8542B00EC959}">
      <dgm:prSet phldrT="[Text]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Work Flow</a:t>
          </a:r>
        </a:p>
      </dgm:t>
    </dgm:pt>
    <dgm:pt modelId="{C01F38D2-8342-413C-B212-119C87FD6D2A}" type="parTrans" cxnId="{DFA8233D-1A8B-4CBD-ADFA-2CDB45C3C5AD}">
      <dgm:prSet/>
      <dgm:spPr/>
      <dgm:t>
        <a:bodyPr/>
        <a:lstStyle/>
        <a:p>
          <a:endParaRPr lang="de-DE"/>
        </a:p>
      </dgm:t>
    </dgm:pt>
    <dgm:pt modelId="{1B3D0DB0-B6CF-473B-B330-3C3B18287C75}" type="sibTrans" cxnId="{DFA8233D-1A8B-4CBD-ADFA-2CDB45C3C5AD}">
      <dgm:prSet/>
      <dgm:spPr/>
      <dgm:t>
        <a:bodyPr/>
        <a:lstStyle/>
        <a:p>
          <a:endParaRPr lang="de-DE"/>
        </a:p>
      </dgm:t>
    </dgm:pt>
    <dgm:pt modelId="{918D43BF-960D-47B4-9C14-170CB14FB50C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Ergebnisse</a:t>
          </a:r>
        </a:p>
      </dgm:t>
    </dgm:pt>
    <dgm:pt modelId="{40F61950-B28A-491F-8297-ADEE26AC3AAA}" type="parTrans" cxnId="{A8BE293A-5B57-4A59-ABF9-4F40CB55FF79}">
      <dgm:prSet/>
      <dgm:spPr/>
      <dgm:t>
        <a:bodyPr/>
        <a:lstStyle/>
        <a:p>
          <a:endParaRPr lang="de-DE"/>
        </a:p>
      </dgm:t>
    </dgm:pt>
    <dgm:pt modelId="{DE44C71F-6771-4C9B-913B-864533081BEC}" type="sibTrans" cxnId="{A8BE293A-5B57-4A59-ABF9-4F40CB55FF79}">
      <dgm:prSet/>
      <dgm:spPr/>
      <dgm:t>
        <a:bodyPr/>
        <a:lstStyle/>
        <a:p>
          <a:endParaRPr lang="de-DE"/>
        </a:p>
      </dgm:t>
    </dgm:pt>
    <dgm:pt modelId="{E8041164-1D0F-43E3-B0F8-ED3DFCE1B858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Vergleich</a:t>
          </a:r>
        </a:p>
      </dgm:t>
    </dgm:pt>
    <dgm:pt modelId="{8D8B955C-9A20-422B-8B73-3BCED0F82075}" type="parTrans" cxnId="{C5D0FAC2-7DF2-49F3-A09B-9F8758622B6F}">
      <dgm:prSet/>
      <dgm:spPr/>
      <dgm:t>
        <a:bodyPr/>
        <a:lstStyle/>
        <a:p>
          <a:endParaRPr lang="de-DE"/>
        </a:p>
      </dgm:t>
    </dgm:pt>
    <dgm:pt modelId="{940853FC-738F-4241-A3BD-06F8D841F324}" type="sibTrans" cxnId="{C5D0FAC2-7DF2-49F3-A09B-9F8758622B6F}">
      <dgm:prSet/>
      <dgm:spPr/>
      <dgm:t>
        <a:bodyPr/>
        <a:lstStyle/>
        <a:p>
          <a:endParaRPr lang="de-DE"/>
        </a:p>
      </dgm:t>
    </dgm:pt>
    <dgm:pt modelId="{BB1D394A-EB63-4187-8D83-E6F8220B352F}" type="pres">
      <dgm:prSet presAssocID="{A77EC4D0-81D5-477F-8083-91CC9C029A27}" presName="Name0" presStyleCnt="0">
        <dgm:presLayoutVars>
          <dgm:dir/>
          <dgm:resizeHandles val="exact"/>
        </dgm:presLayoutVars>
      </dgm:prSet>
      <dgm:spPr/>
    </dgm:pt>
    <dgm:pt modelId="{9225BDB9-B4BC-402E-985E-33278C9CECD5}" type="pres">
      <dgm:prSet presAssocID="{6A551162-E6FF-4454-A7FA-50853A5100A9}" presName="parTxOnly" presStyleLbl="node1" presStyleIdx="0" presStyleCnt="4">
        <dgm:presLayoutVars>
          <dgm:bulletEnabled val="1"/>
        </dgm:presLayoutVars>
      </dgm:prSet>
      <dgm:spPr/>
    </dgm:pt>
    <dgm:pt modelId="{5ABB18FB-2C92-4E0B-A429-084757A707EB}" type="pres">
      <dgm:prSet presAssocID="{7208380F-595F-4603-8B4D-2E17D35F0E10}" presName="parSpace" presStyleCnt="0"/>
      <dgm:spPr/>
    </dgm:pt>
    <dgm:pt modelId="{9A500426-08D2-49D5-B23D-3EFBB0526F5A}" type="pres">
      <dgm:prSet presAssocID="{3BC8957A-48CA-469A-817C-8542B00EC959}" presName="parTxOnly" presStyleLbl="node1" presStyleIdx="1" presStyleCnt="4">
        <dgm:presLayoutVars>
          <dgm:bulletEnabled val="1"/>
        </dgm:presLayoutVars>
      </dgm:prSet>
      <dgm:spPr/>
    </dgm:pt>
    <dgm:pt modelId="{4ADAC951-7438-4440-9B96-E06A4F10298A}" type="pres">
      <dgm:prSet presAssocID="{1B3D0DB0-B6CF-473B-B330-3C3B18287C75}" presName="parSpace" presStyleCnt="0"/>
      <dgm:spPr/>
    </dgm:pt>
    <dgm:pt modelId="{5E801731-0466-4037-9939-C7ED04A389C9}" type="pres">
      <dgm:prSet presAssocID="{918D43BF-960D-47B4-9C14-170CB14FB50C}" presName="parTxOnly" presStyleLbl="node1" presStyleIdx="2" presStyleCnt="4" custLinFactNeighborX="-2988" custLinFactNeighborY="57122">
        <dgm:presLayoutVars>
          <dgm:bulletEnabled val="1"/>
        </dgm:presLayoutVars>
      </dgm:prSet>
      <dgm:spPr/>
    </dgm:pt>
    <dgm:pt modelId="{9BB02555-58A3-4D4C-B715-E2CD3B0ABD0A}" type="pres">
      <dgm:prSet presAssocID="{DE44C71F-6771-4C9B-913B-864533081BEC}" presName="parSpace" presStyleCnt="0"/>
      <dgm:spPr/>
    </dgm:pt>
    <dgm:pt modelId="{EEB39CBF-20C0-4882-805B-892E6929FB5A}" type="pres">
      <dgm:prSet presAssocID="{E8041164-1D0F-43E3-B0F8-ED3DFCE1B858}" presName="parTxOnly" presStyleLbl="node1" presStyleIdx="3" presStyleCnt="4" custLinFactNeighborX="499" custLinFactNeighborY="41128">
        <dgm:presLayoutVars>
          <dgm:bulletEnabled val="1"/>
        </dgm:presLayoutVars>
      </dgm:prSet>
      <dgm:spPr/>
    </dgm:pt>
  </dgm:ptLst>
  <dgm:cxnLst>
    <dgm:cxn modelId="{E491331F-A0DF-4F91-B7CE-9277FAC962A7}" type="presOf" srcId="{A77EC4D0-81D5-477F-8083-91CC9C029A27}" destId="{BB1D394A-EB63-4187-8D83-E6F8220B352F}" srcOrd="0" destOrd="0" presId="urn:microsoft.com/office/officeart/2005/8/layout/hChevron3"/>
    <dgm:cxn modelId="{08B42C31-EF9F-4996-BF78-776C4BBE42E6}" type="presOf" srcId="{3BC8957A-48CA-469A-817C-8542B00EC959}" destId="{9A500426-08D2-49D5-B23D-3EFBB0526F5A}" srcOrd="0" destOrd="0" presId="urn:microsoft.com/office/officeart/2005/8/layout/hChevron3"/>
    <dgm:cxn modelId="{A8BE293A-5B57-4A59-ABF9-4F40CB55FF79}" srcId="{A77EC4D0-81D5-477F-8083-91CC9C029A27}" destId="{918D43BF-960D-47B4-9C14-170CB14FB50C}" srcOrd="2" destOrd="0" parTransId="{40F61950-B28A-491F-8297-ADEE26AC3AAA}" sibTransId="{DE44C71F-6771-4C9B-913B-864533081BEC}"/>
    <dgm:cxn modelId="{DFA8233D-1A8B-4CBD-ADFA-2CDB45C3C5AD}" srcId="{A77EC4D0-81D5-477F-8083-91CC9C029A27}" destId="{3BC8957A-48CA-469A-817C-8542B00EC959}" srcOrd="1" destOrd="0" parTransId="{C01F38D2-8342-413C-B212-119C87FD6D2A}" sibTransId="{1B3D0DB0-B6CF-473B-B330-3C3B18287C75}"/>
    <dgm:cxn modelId="{490C5072-E909-4374-87F6-5DD74126EB28}" type="presOf" srcId="{6A551162-E6FF-4454-A7FA-50853A5100A9}" destId="{9225BDB9-B4BC-402E-985E-33278C9CECD5}" srcOrd="0" destOrd="0" presId="urn:microsoft.com/office/officeart/2005/8/layout/hChevron3"/>
    <dgm:cxn modelId="{0EE11B7F-BAE3-4906-82B5-6EB7093B6C3B}" type="presOf" srcId="{E8041164-1D0F-43E3-B0F8-ED3DFCE1B858}" destId="{EEB39CBF-20C0-4882-805B-892E6929FB5A}" srcOrd="0" destOrd="0" presId="urn:microsoft.com/office/officeart/2005/8/layout/hChevron3"/>
    <dgm:cxn modelId="{06B2A1A8-B482-4296-BCBD-7ED9958B20FA}" srcId="{A77EC4D0-81D5-477F-8083-91CC9C029A27}" destId="{6A551162-E6FF-4454-A7FA-50853A5100A9}" srcOrd="0" destOrd="0" parTransId="{80195E01-1008-48F2-B033-4A2267864F39}" sibTransId="{7208380F-595F-4603-8B4D-2E17D35F0E10}"/>
    <dgm:cxn modelId="{46C2E5B6-E66A-4286-A1DB-80F75B504862}" type="presOf" srcId="{918D43BF-960D-47B4-9C14-170CB14FB50C}" destId="{5E801731-0466-4037-9939-C7ED04A389C9}" srcOrd="0" destOrd="0" presId="urn:microsoft.com/office/officeart/2005/8/layout/hChevron3"/>
    <dgm:cxn modelId="{C5D0FAC2-7DF2-49F3-A09B-9F8758622B6F}" srcId="{A77EC4D0-81D5-477F-8083-91CC9C029A27}" destId="{E8041164-1D0F-43E3-B0F8-ED3DFCE1B858}" srcOrd="3" destOrd="0" parTransId="{8D8B955C-9A20-422B-8B73-3BCED0F82075}" sibTransId="{940853FC-738F-4241-A3BD-06F8D841F324}"/>
    <dgm:cxn modelId="{3A43BE55-120D-4D28-98A9-62F157919BF0}" type="presParOf" srcId="{BB1D394A-EB63-4187-8D83-E6F8220B352F}" destId="{9225BDB9-B4BC-402E-985E-33278C9CECD5}" srcOrd="0" destOrd="0" presId="urn:microsoft.com/office/officeart/2005/8/layout/hChevron3"/>
    <dgm:cxn modelId="{73DF8B7E-7B8C-4FAE-8B84-E2DE3D81D667}" type="presParOf" srcId="{BB1D394A-EB63-4187-8D83-E6F8220B352F}" destId="{5ABB18FB-2C92-4E0B-A429-084757A707EB}" srcOrd="1" destOrd="0" presId="urn:microsoft.com/office/officeart/2005/8/layout/hChevron3"/>
    <dgm:cxn modelId="{CD0FFB6D-0FA2-4B1B-82E1-B1F664C06A74}" type="presParOf" srcId="{BB1D394A-EB63-4187-8D83-E6F8220B352F}" destId="{9A500426-08D2-49D5-B23D-3EFBB0526F5A}" srcOrd="2" destOrd="0" presId="urn:microsoft.com/office/officeart/2005/8/layout/hChevron3"/>
    <dgm:cxn modelId="{405B0999-4E8B-4BA1-A381-4C701B87C7E6}" type="presParOf" srcId="{BB1D394A-EB63-4187-8D83-E6F8220B352F}" destId="{4ADAC951-7438-4440-9B96-E06A4F10298A}" srcOrd="3" destOrd="0" presId="urn:microsoft.com/office/officeart/2005/8/layout/hChevron3"/>
    <dgm:cxn modelId="{0DE48048-F718-40F1-9ED9-4AAE5C3BD210}" type="presParOf" srcId="{BB1D394A-EB63-4187-8D83-E6F8220B352F}" destId="{5E801731-0466-4037-9939-C7ED04A389C9}" srcOrd="4" destOrd="0" presId="urn:microsoft.com/office/officeart/2005/8/layout/hChevron3"/>
    <dgm:cxn modelId="{EA2E5849-1A3F-4CE5-9336-2A5D77066FAD}" type="presParOf" srcId="{BB1D394A-EB63-4187-8D83-E6F8220B352F}" destId="{9BB02555-58A3-4D4C-B715-E2CD3B0ABD0A}" srcOrd="5" destOrd="0" presId="urn:microsoft.com/office/officeart/2005/8/layout/hChevron3"/>
    <dgm:cxn modelId="{BBE6332B-357F-49E2-B73C-203BBED2BBA5}" type="presParOf" srcId="{BB1D394A-EB63-4187-8D83-E6F8220B352F}" destId="{EEB39CBF-20C0-4882-805B-892E6929FB5A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77EC4D0-81D5-477F-8083-91CC9C029A2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6A551162-E6FF-4454-A7FA-50853A5100A9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Fragestellung</a:t>
          </a:r>
        </a:p>
      </dgm:t>
    </dgm:pt>
    <dgm:pt modelId="{80195E01-1008-48F2-B033-4A2267864F39}" type="parTrans" cxnId="{06B2A1A8-B482-4296-BCBD-7ED9958B20FA}">
      <dgm:prSet/>
      <dgm:spPr/>
      <dgm:t>
        <a:bodyPr/>
        <a:lstStyle/>
        <a:p>
          <a:endParaRPr lang="de-DE"/>
        </a:p>
      </dgm:t>
    </dgm:pt>
    <dgm:pt modelId="{7208380F-595F-4603-8B4D-2E17D35F0E10}" type="sibTrans" cxnId="{06B2A1A8-B482-4296-BCBD-7ED9958B20FA}">
      <dgm:prSet/>
      <dgm:spPr/>
      <dgm:t>
        <a:bodyPr/>
        <a:lstStyle/>
        <a:p>
          <a:endParaRPr lang="de-DE"/>
        </a:p>
      </dgm:t>
    </dgm:pt>
    <dgm:pt modelId="{3BC8957A-48CA-469A-817C-8542B00EC959}">
      <dgm:prSet phldrT="[Text]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Work Flow</a:t>
          </a:r>
        </a:p>
      </dgm:t>
    </dgm:pt>
    <dgm:pt modelId="{C01F38D2-8342-413C-B212-119C87FD6D2A}" type="parTrans" cxnId="{DFA8233D-1A8B-4CBD-ADFA-2CDB45C3C5AD}">
      <dgm:prSet/>
      <dgm:spPr/>
      <dgm:t>
        <a:bodyPr/>
        <a:lstStyle/>
        <a:p>
          <a:endParaRPr lang="de-DE"/>
        </a:p>
      </dgm:t>
    </dgm:pt>
    <dgm:pt modelId="{1B3D0DB0-B6CF-473B-B330-3C3B18287C75}" type="sibTrans" cxnId="{DFA8233D-1A8B-4CBD-ADFA-2CDB45C3C5AD}">
      <dgm:prSet/>
      <dgm:spPr/>
      <dgm:t>
        <a:bodyPr/>
        <a:lstStyle/>
        <a:p>
          <a:endParaRPr lang="de-DE"/>
        </a:p>
      </dgm:t>
    </dgm:pt>
    <dgm:pt modelId="{918D43BF-960D-47B4-9C14-170CB14FB50C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Ergebnisse</a:t>
          </a:r>
        </a:p>
      </dgm:t>
    </dgm:pt>
    <dgm:pt modelId="{40F61950-B28A-491F-8297-ADEE26AC3AAA}" type="parTrans" cxnId="{A8BE293A-5B57-4A59-ABF9-4F40CB55FF79}">
      <dgm:prSet/>
      <dgm:spPr/>
      <dgm:t>
        <a:bodyPr/>
        <a:lstStyle/>
        <a:p>
          <a:endParaRPr lang="de-DE"/>
        </a:p>
      </dgm:t>
    </dgm:pt>
    <dgm:pt modelId="{DE44C71F-6771-4C9B-913B-864533081BEC}" type="sibTrans" cxnId="{A8BE293A-5B57-4A59-ABF9-4F40CB55FF79}">
      <dgm:prSet/>
      <dgm:spPr/>
      <dgm:t>
        <a:bodyPr/>
        <a:lstStyle/>
        <a:p>
          <a:endParaRPr lang="de-DE"/>
        </a:p>
      </dgm:t>
    </dgm:pt>
    <dgm:pt modelId="{E8041164-1D0F-43E3-B0F8-ED3DFCE1B858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Vergleich</a:t>
          </a:r>
        </a:p>
      </dgm:t>
    </dgm:pt>
    <dgm:pt modelId="{8D8B955C-9A20-422B-8B73-3BCED0F82075}" type="parTrans" cxnId="{C5D0FAC2-7DF2-49F3-A09B-9F8758622B6F}">
      <dgm:prSet/>
      <dgm:spPr/>
      <dgm:t>
        <a:bodyPr/>
        <a:lstStyle/>
        <a:p>
          <a:endParaRPr lang="de-DE"/>
        </a:p>
      </dgm:t>
    </dgm:pt>
    <dgm:pt modelId="{940853FC-738F-4241-A3BD-06F8D841F324}" type="sibTrans" cxnId="{C5D0FAC2-7DF2-49F3-A09B-9F8758622B6F}">
      <dgm:prSet/>
      <dgm:spPr/>
      <dgm:t>
        <a:bodyPr/>
        <a:lstStyle/>
        <a:p>
          <a:endParaRPr lang="de-DE"/>
        </a:p>
      </dgm:t>
    </dgm:pt>
    <dgm:pt modelId="{BB1D394A-EB63-4187-8D83-E6F8220B352F}" type="pres">
      <dgm:prSet presAssocID="{A77EC4D0-81D5-477F-8083-91CC9C029A27}" presName="Name0" presStyleCnt="0">
        <dgm:presLayoutVars>
          <dgm:dir/>
          <dgm:resizeHandles val="exact"/>
        </dgm:presLayoutVars>
      </dgm:prSet>
      <dgm:spPr/>
    </dgm:pt>
    <dgm:pt modelId="{9225BDB9-B4BC-402E-985E-33278C9CECD5}" type="pres">
      <dgm:prSet presAssocID="{6A551162-E6FF-4454-A7FA-50853A5100A9}" presName="parTxOnly" presStyleLbl="node1" presStyleIdx="0" presStyleCnt="4">
        <dgm:presLayoutVars>
          <dgm:bulletEnabled val="1"/>
        </dgm:presLayoutVars>
      </dgm:prSet>
      <dgm:spPr/>
    </dgm:pt>
    <dgm:pt modelId="{5ABB18FB-2C92-4E0B-A429-084757A707EB}" type="pres">
      <dgm:prSet presAssocID="{7208380F-595F-4603-8B4D-2E17D35F0E10}" presName="parSpace" presStyleCnt="0"/>
      <dgm:spPr/>
    </dgm:pt>
    <dgm:pt modelId="{9A500426-08D2-49D5-B23D-3EFBB0526F5A}" type="pres">
      <dgm:prSet presAssocID="{3BC8957A-48CA-469A-817C-8542B00EC959}" presName="parTxOnly" presStyleLbl="node1" presStyleIdx="1" presStyleCnt="4">
        <dgm:presLayoutVars>
          <dgm:bulletEnabled val="1"/>
        </dgm:presLayoutVars>
      </dgm:prSet>
      <dgm:spPr/>
    </dgm:pt>
    <dgm:pt modelId="{4ADAC951-7438-4440-9B96-E06A4F10298A}" type="pres">
      <dgm:prSet presAssocID="{1B3D0DB0-B6CF-473B-B330-3C3B18287C75}" presName="parSpace" presStyleCnt="0"/>
      <dgm:spPr/>
    </dgm:pt>
    <dgm:pt modelId="{5E801731-0466-4037-9939-C7ED04A389C9}" type="pres">
      <dgm:prSet presAssocID="{918D43BF-960D-47B4-9C14-170CB14FB50C}" presName="parTxOnly" presStyleLbl="node1" presStyleIdx="2" presStyleCnt="4" custLinFactNeighborX="-2988" custLinFactNeighborY="57122">
        <dgm:presLayoutVars>
          <dgm:bulletEnabled val="1"/>
        </dgm:presLayoutVars>
      </dgm:prSet>
      <dgm:spPr/>
    </dgm:pt>
    <dgm:pt modelId="{9BB02555-58A3-4D4C-B715-E2CD3B0ABD0A}" type="pres">
      <dgm:prSet presAssocID="{DE44C71F-6771-4C9B-913B-864533081BEC}" presName="parSpace" presStyleCnt="0"/>
      <dgm:spPr/>
    </dgm:pt>
    <dgm:pt modelId="{EEB39CBF-20C0-4882-805B-892E6929FB5A}" type="pres">
      <dgm:prSet presAssocID="{E8041164-1D0F-43E3-B0F8-ED3DFCE1B858}" presName="parTxOnly" presStyleLbl="node1" presStyleIdx="3" presStyleCnt="4" custLinFactNeighborX="499" custLinFactNeighborY="41128">
        <dgm:presLayoutVars>
          <dgm:bulletEnabled val="1"/>
        </dgm:presLayoutVars>
      </dgm:prSet>
      <dgm:spPr/>
    </dgm:pt>
  </dgm:ptLst>
  <dgm:cxnLst>
    <dgm:cxn modelId="{E491331F-A0DF-4F91-B7CE-9277FAC962A7}" type="presOf" srcId="{A77EC4D0-81D5-477F-8083-91CC9C029A27}" destId="{BB1D394A-EB63-4187-8D83-E6F8220B352F}" srcOrd="0" destOrd="0" presId="urn:microsoft.com/office/officeart/2005/8/layout/hChevron3"/>
    <dgm:cxn modelId="{08B42C31-EF9F-4996-BF78-776C4BBE42E6}" type="presOf" srcId="{3BC8957A-48CA-469A-817C-8542B00EC959}" destId="{9A500426-08D2-49D5-B23D-3EFBB0526F5A}" srcOrd="0" destOrd="0" presId="urn:microsoft.com/office/officeart/2005/8/layout/hChevron3"/>
    <dgm:cxn modelId="{A8BE293A-5B57-4A59-ABF9-4F40CB55FF79}" srcId="{A77EC4D0-81D5-477F-8083-91CC9C029A27}" destId="{918D43BF-960D-47B4-9C14-170CB14FB50C}" srcOrd="2" destOrd="0" parTransId="{40F61950-B28A-491F-8297-ADEE26AC3AAA}" sibTransId="{DE44C71F-6771-4C9B-913B-864533081BEC}"/>
    <dgm:cxn modelId="{DFA8233D-1A8B-4CBD-ADFA-2CDB45C3C5AD}" srcId="{A77EC4D0-81D5-477F-8083-91CC9C029A27}" destId="{3BC8957A-48CA-469A-817C-8542B00EC959}" srcOrd="1" destOrd="0" parTransId="{C01F38D2-8342-413C-B212-119C87FD6D2A}" sibTransId="{1B3D0DB0-B6CF-473B-B330-3C3B18287C75}"/>
    <dgm:cxn modelId="{490C5072-E909-4374-87F6-5DD74126EB28}" type="presOf" srcId="{6A551162-E6FF-4454-A7FA-50853A5100A9}" destId="{9225BDB9-B4BC-402E-985E-33278C9CECD5}" srcOrd="0" destOrd="0" presId="urn:microsoft.com/office/officeart/2005/8/layout/hChevron3"/>
    <dgm:cxn modelId="{0EE11B7F-BAE3-4906-82B5-6EB7093B6C3B}" type="presOf" srcId="{E8041164-1D0F-43E3-B0F8-ED3DFCE1B858}" destId="{EEB39CBF-20C0-4882-805B-892E6929FB5A}" srcOrd="0" destOrd="0" presId="urn:microsoft.com/office/officeart/2005/8/layout/hChevron3"/>
    <dgm:cxn modelId="{06B2A1A8-B482-4296-BCBD-7ED9958B20FA}" srcId="{A77EC4D0-81D5-477F-8083-91CC9C029A27}" destId="{6A551162-E6FF-4454-A7FA-50853A5100A9}" srcOrd="0" destOrd="0" parTransId="{80195E01-1008-48F2-B033-4A2267864F39}" sibTransId="{7208380F-595F-4603-8B4D-2E17D35F0E10}"/>
    <dgm:cxn modelId="{46C2E5B6-E66A-4286-A1DB-80F75B504862}" type="presOf" srcId="{918D43BF-960D-47B4-9C14-170CB14FB50C}" destId="{5E801731-0466-4037-9939-C7ED04A389C9}" srcOrd="0" destOrd="0" presId="urn:microsoft.com/office/officeart/2005/8/layout/hChevron3"/>
    <dgm:cxn modelId="{C5D0FAC2-7DF2-49F3-A09B-9F8758622B6F}" srcId="{A77EC4D0-81D5-477F-8083-91CC9C029A27}" destId="{E8041164-1D0F-43E3-B0F8-ED3DFCE1B858}" srcOrd="3" destOrd="0" parTransId="{8D8B955C-9A20-422B-8B73-3BCED0F82075}" sibTransId="{940853FC-738F-4241-A3BD-06F8D841F324}"/>
    <dgm:cxn modelId="{3A43BE55-120D-4D28-98A9-62F157919BF0}" type="presParOf" srcId="{BB1D394A-EB63-4187-8D83-E6F8220B352F}" destId="{9225BDB9-B4BC-402E-985E-33278C9CECD5}" srcOrd="0" destOrd="0" presId="urn:microsoft.com/office/officeart/2005/8/layout/hChevron3"/>
    <dgm:cxn modelId="{73DF8B7E-7B8C-4FAE-8B84-E2DE3D81D667}" type="presParOf" srcId="{BB1D394A-EB63-4187-8D83-E6F8220B352F}" destId="{5ABB18FB-2C92-4E0B-A429-084757A707EB}" srcOrd="1" destOrd="0" presId="urn:microsoft.com/office/officeart/2005/8/layout/hChevron3"/>
    <dgm:cxn modelId="{CD0FFB6D-0FA2-4B1B-82E1-B1F664C06A74}" type="presParOf" srcId="{BB1D394A-EB63-4187-8D83-E6F8220B352F}" destId="{9A500426-08D2-49D5-B23D-3EFBB0526F5A}" srcOrd="2" destOrd="0" presId="urn:microsoft.com/office/officeart/2005/8/layout/hChevron3"/>
    <dgm:cxn modelId="{405B0999-4E8B-4BA1-A381-4C701B87C7E6}" type="presParOf" srcId="{BB1D394A-EB63-4187-8D83-E6F8220B352F}" destId="{4ADAC951-7438-4440-9B96-E06A4F10298A}" srcOrd="3" destOrd="0" presId="urn:microsoft.com/office/officeart/2005/8/layout/hChevron3"/>
    <dgm:cxn modelId="{0DE48048-F718-40F1-9ED9-4AAE5C3BD210}" type="presParOf" srcId="{BB1D394A-EB63-4187-8D83-E6F8220B352F}" destId="{5E801731-0466-4037-9939-C7ED04A389C9}" srcOrd="4" destOrd="0" presId="urn:microsoft.com/office/officeart/2005/8/layout/hChevron3"/>
    <dgm:cxn modelId="{EA2E5849-1A3F-4CE5-9336-2A5D77066FAD}" type="presParOf" srcId="{BB1D394A-EB63-4187-8D83-E6F8220B352F}" destId="{9BB02555-58A3-4D4C-B715-E2CD3B0ABD0A}" srcOrd="5" destOrd="0" presId="urn:microsoft.com/office/officeart/2005/8/layout/hChevron3"/>
    <dgm:cxn modelId="{BBE6332B-357F-49E2-B73C-203BBED2BBA5}" type="presParOf" srcId="{BB1D394A-EB63-4187-8D83-E6F8220B352F}" destId="{EEB39CBF-20C0-4882-805B-892E6929FB5A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77EC4D0-81D5-477F-8083-91CC9C029A2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6A551162-E6FF-4454-A7FA-50853A5100A9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Fragestellung</a:t>
          </a:r>
        </a:p>
      </dgm:t>
    </dgm:pt>
    <dgm:pt modelId="{80195E01-1008-48F2-B033-4A2267864F39}" type="parTrans" cxnId="{06B2A1A8-B482-4296-BCBD-7ED9958B20FA}">
      <dgm:prSet/>
      <dgm:spPr/>
      <dgm:t>
        <a:bodyPr/>
        <a:lstStyle/>
        <a:p>
          <a:endParaRPr lang="de-DE"/>
        </a:p>
      </dgm:t>
    </dgm:pt>
    <dgm:pt modelId="{7208380F-595F-4603-8B4D-2E17D35F0E10}" type="sibTrans" cxnId="{06B2A1A8-B482-4296-BCBD-7ED9958B20FA}">
      <dgm:prSet/>
      <dgm:spPr/>
      <dgm:t>
        <a:bodyPr/>
        <a:lstStyle/>
        <a:p>
          <a:endParaRPr lang="de-DE"/>
        </a:p>
      </dgm:t>
    </dgm:pt>
    <dgm:pt modelId="{3BC8957A-48CA-469A-817C-8542B00EC959}">
      <dgm:prSet phldrT="[Text]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Work Flow</a:t>
          </a:r>
        </a:p>
      </dgm:t>
    </dgm:pt>
    <dgm:pt modelId="{C01F38D2-8342-413C-B212-119C87FD6D2A}" type="parTrans" cxnId="{DFA8233D-1A8B-4CBD-ADFA-2CDB45C3C5AD}">
      <dgm:prSet/>
      <dgm:spPr/>
      <dgm:t>
        <a:bodyPr/>
        <a:lstStyle/>
        <a:p>
          <a:endParaRPr lang="de-DE"/>
        </a:p>
      </dgm:t>
    </dgm:pt>
    <dgm:pt modelId="{1B3D0DB0-B6CF-473B-B330-3C3B18287C75}" type="sibTrans" cxnId="{DFA8233D-1A8B-4CBD-ADFA-2CDB45C3C5AD}">
      <dgm:prSet/>
      <dgm:spPr/>
      <dgm:t>
        <a:bodyPr/>
        <a:lstStyle/>
        <a:p>
          <a:endParaRPr lang="de-DE"/>
        </a:p>
      </dgm:t>
    </dgm:pt>
    <dgm:pt modelId="{918D43BF-960D-47B4-9C14-170CB14FB50C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Ergebnisse</a:t>
          </a:r>
        </a:p>
      </dgm:t>
    </dgm:pt>
    <dgm:pt modelId="{40F61950-B28A-491F-8297-ADEE26AC3AAA}" type="parTrans" cxnId="{A8BE293A-5B57-4A59-ABF9-4F40CB55FF79}">
      <dgm:prSet/>
      <dgm:spPr/>
      <dgm:t>
        <a:bodyPr/>
        <a:lstStyle/>
        <a:p>
          <a:endParaRPr lang="de-DE"/>
        </a:p>
      </dgm:t>
    </dgm:pt>
    <dgm:pt modelId="{DE44C71F-6771-4C9B-913B-864533081BEC}" type="sibTrans" cxnId="{A8BE293A-5B57-4A59-ABF9-4F40CB55FF79}">
      <dgm:prSet/>
      <dgm:spPr/>
      <dgm:t>
        <a:bodyPr/>
        <a:lstStyle/>
        <a:p>
          <a:endParaRPr lang="de-DE"/>
        </a:p>
      </dgm:t>
    </dgm:pt>
    <dgm:pt modelId="{E8041164-1D0F-43E3-B0F8-ED3DFCE1B858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Vergleich</a:t>
          </a:r>
        </a:p>
      </dgm:t>
    </dgm:pt>
    <dgm:pt modelId="{8D8B955C-9A20-422B-8B73-3BCED0F82075}" type="parTrans" cxnId="{C5D0FAC2-7DF2-49F3-A09B-9F8758622B6F}">
      <dgm:prSet/>
      <dgm:spPr/>
      <dgm:t>
        <a:bodyPr/>
        <a:lstStyle/>
        <a:p>
          <a:endParaRPr lang="de-DE"/>
        </a:p>
      </dgm:t>
    </dgm:pt>
    <dgm:pt modelId="{940853FC-738F-4241-A3BD-06F8D841F324}" type="sibTrans" cxnId="{C5D0FAC2-7DF2-49F3-A09B-9F8758622B6F}">
      <dgm:prSet/>
      <dgm:spPr/>
      <dgm:t>
        <a:bodyPr/>
        <a:lstStyle/>
        <a:p>
          <a:endParaRPr lang="de-DE"/>
        </a:p>
      </dgm:t>
    </dgm:pt>
    <dgm:pt modelId="{BB1D394A-EB63-4187-8D83-E6F8220B352F}" type="pres">
      <dgm:prSet presAssocID="{A77EC4D0-81D5-477F-8083-91CC9C029A27}" presName="Name0" presStyleCnt="0">
        <dgm:presLayoutVars>
          <dgm:dir/>
          <dgm:resizeHandles val="exact"/>
        </dgm:presLayoutVars>
      </dgm:prSet>
      <dgm:spPr/>
    </dgm:pt>
    <dgm:pt modelId="{9225BDB9-B4BC-402E-985E-33278C9CECD5}" type="pres">
      <dgm:prSet presAssocID="{6A551162-E6FF-4454-A7FA-50853A5100A9}" presName="parTxOnly" presStyleLbl="node1" presStyleIdx="0" presStyleCnt="4">
        <dgm:presLayoutVars>
          <dgm:bulletEnabled val="1"/>
        </dgm:presLayoutVars>
      </dgm:prSet>
      <dgm:spPr/>
    </dgm:pt>
    <dgm:pt modelId="{5ABB18FB-2C92-4E0B-A429-084757A707EB}" type="pres">
      <dgm:prSet presAssocID="{7208380F-595F-4603-8B4D-2E17D35F0E10}" presName="parSpace" presStyleCnt="0"/>
      <dgm:spPr/>
    </dgm:pt>
    <dgm:pt modelId="{9A500426-08D2-49D5-B23D-3EFBB0526F5A}" type="pres">
      <dgm:prSet presAssocID="{3BC8957A-48CA-469A-817C-8542B00EC959}" presName="parTxOnly" presStyleLbl="node1" presStyleIdx="1" presStyleCnt="4">
        <dgm:presLayoutVars>
          <dgm:bulletEnabled val="1"/>
        </dgm:presLayoutVars>
      </dgm:prSet>
      <dgm:spPr/>
    </dgm:pt>
    <dgm:pt modelId="{4ADAC951-7438-4440-9B96-E06A4F10298A}" type="pres">
      <dgm:prSet presAssocID="{1B3D0DB0-B6CF-473B-B330-3C3B18287C75}" presName="parSpace" presStyleCnt="0"/>
      <dgm:spPr/>
    </dgm:pt>
    <dgm:pt modelId="{5E801731-0466-4037-9939-C7ED04A389C9}" type="pres">
      <dgm:prSet presAssocID="{918D43BF-960D-47B4-9C14-170CB14FB50C}" presName="parTxOnly" presStyleLbl="node1" presStyleIdx="2" presStyleCnt="4" custLinFactNeighborX="-2988" custLinFactNeighborY="57122">
        <dgm:presLayoutVars>
          <dgm:bulletEnabled val="1"/>
        </dgm:presLayoutVars>
      </dgm:prSet>
      <dgm:spPr/>
    </dgm:pt>
    <dgm:pt modelId="{9BB02555-58A3-4D4C-B715-E2CD3B0ABD0A}" type="pres">
      <dgm:prSet presAssocID="{DE44C71F-6771-4C9B-913B-864533081BEC}" presName="parSpace" presStyleCnt="0"/>
      <dgm:spPr/>
    </dgm:pt>
    <dgm:pt modelId="{EEB39CBF-20C0-4882-805B-892E6929FB5A}" type="pres">
      <dgm:prSet presAssocID="{E8041164-1D0F-43E3-B0F8-ED3DFCE1B858}" presName="parTxOnly" presStyleLbl="node1" presStyleIdx="3" presStyleCnt="4" custLinFactNeighborX="499" custLinFactNeighborY="41128">
        <dgm:presLayoutVars>
          <dgm:bulletEnabled val="1"/>
        </dgm:presLayoutVars>
      </dgm:prSet>
      <dgm:spPr/>
    </dgm:pt>
  </dgm:ptLst>
  <dgm:cxnLst>
    <dgm:cxn modelId="{E491331F-A0DF-4F91-B7CE-9277FAC962A7}" type="presOf" srcId="{A77EC4D0-81D5-477F-8083-91CC9C029A27}" destId="{BB1D394A-EB63-4187-8D83-E6F8220B352F}" srcOrd="0" destOrd="0" presId="urn:microsoft.com/office/officeart/2005/8/layout/hChevron3"/>
    <dgm:cxn modelId="{08B42C31-EF9F-4996-BF78-776C4BBE42E6}" type="presOf" srcId="{3BC8957A-48CA-469A-817C-8542B00EC959}" destId="{9A500426-08D2-49D5-B23D-3EFBB0526F5A}" srcOrd="0" destOrd="0" presId="urn:microsoft.com/office/officeart/2005/8/layout/hChevron3"/>
    <dgm:cxn modelId="{A8BE293A-5B57-4A59-ABF9-4F40CB55FF79}" srcId="{A77EC4D0-81D5-477F-8083-91CC9C029A27}" destId="{918D43BF-960D-47B4-9C14-170CB14FB50C}" srcOrd="2" destOrd="0" parTransId="{40F61950-B28A-491F-8297-ADEE26AC3AAA}" sibTransId="{DE44C71F-6771-4C9B-913B-864533081BEC}"/>
    <dgm:cxn modelId="{DFA8233D-1A8B-4CBD-ADFA-2CDB45C3C5AD}" srcId="{A77EC4D0-81D5-477F-8083-91CC9C029A27}" destId="{3BC8957A-48CA-469A-817C-8542B00EC959}" srcOrd="1" destOrd="0" parTransId="{C01F38D2-8342-413C-B212-119C87FD6D2A}" sibTransId="{1B3D0DB0-B6CF-473B-B330-3C3B18287C75}"/>
    <dgm:cxn modelId="{490C5072-E909-4374-87F6-5DD74126EB28}" type="presOf" srcId="{6A551162-E6FF-4454-A7FA-50853A5100A9}" destId="{9225BDB9-B4BC-402E-985E-33278C9CECD5}" srcOrd="0" destOrd="0" presId="urn:microsoft.com/office/officeart/2005/8/layout/hChevron3"/>
    <dgm:cxn modelId="{0EE11B7F-BAE3-4906-82B5-6EB7093B6C3B}" type="presOf" srcId="{E8041164-1D0F-43E3-B0F8-ED3DFCE1B858}" destId="{EEB39CBF-20C0-4882-805B-892E6929FB5A}" srcOrd="0" destOrd="0" presId="urn:microsoft.com/office/officeart/2005/8/layout/hChevron3"/>
    <dgm:cxn modelId="{06B2A1A8-B482-4296-BCBD-7ED9958B20FA}" srcId="{A77EC4D0-81D5-477F-8083-91CC9C029A27}" destId="{6A551162-E6FF-4454-A7FA-50853A5100A9}" srcOrd="0" destOrd="0" parTransId="{80195E01-1008-48F2-B033-4A2267864F39}" sibTransId="{7208380F-595F-4603-8B4D-2E17D35F0E10}"/>
    <dgm:cxn modelId="{46C2E5B6-E66A-4286-A1DB-80F75B504862}" type="presOf" srcId="{918D43BF-960D-47B4-9C14-170CB14FB50C}" destId="{5E801731-0466-4037-9939-C7ED04A389C9}" srcOrd="0" destOrd="0" presId="urn:microsoft.com/office/officeart/2005/8/layout/hChevron3"/>
    <dgm:cxn modelId="{C5D0FAC2-7DF2-49F3-A09B-9F8758622B6F}" srcId="{A77EC4D0-81D5-477F-8083-91CC9C029A27}" destId="{E8041164-1D0F-43E3-B0F8-ED3DFCE1B858}" srcOrd="3" destOrd="0" parTransId="{8D8B955C-9A20-422B-8B73-3BCED0F82075}" sibTransId="{940853FC-738F-4241-A3BD-06F8D841F324}"/>
    <dgm:cxn modelId="{3A43BE55-120D-4D28-98A9-62F157919BF0}" type="presParOf" srcId="{BB1D394A-EB63-4187-8D83-E6F8220B352F}" destId="{9225BDB9-B4BC-402E-985E-33278C9CECD5}" srcOrd="0" destOrd="0" presId="urn:microsoft.com/office/officeart/2005/8/layout/hChevron3"/>
    <dgm:cxn modelId="{73DF8B7E-7B8C-4FAE-8B84-E2DE3D81D667}" type="presParOf" srcId="{BB1D394A-EB63-4187-8D83-E6F8220B352F}" destId="{5ABB18FB-2C92-4E0B-A429-084757A707EB}" srcOrd="1" destOrd="0" presId="urn:microsoft.com/office/officeart/2005/8/layout/hChevron3"/>
    <dgm:cxn modelId="{CD0FFB6D-0FA2-4B1B-82E1-B1F664C06A74}" type="presParOf" srcId="{BB1D394A-EB63-4187-8D83-E6F8220B352F}" destId="{9A500426-08D2-49D5-B23D-3EFBB0526F5A}" srcOrd="2" destOrd="0" presId="urn:microsoft.com/office/officeart/2005/8/layout/hChevron3"/>
    <dgm:cxn modelId="{405B0999-4E8B-4BA1-A381-4C701B87C7E6}" type="presParOf" srcId="{BB1D394A-EB63-4187-8D83-E6F8220B352F}" destId="{4ADAC951-7438-4440-9B96-E06A4F10298A}" srcOrd="3" destOrd="0" presId="urn:microsoft.com/office/officeart/2005/8/layout/hChevron3"/>
    <dgm:cxn modelId="{0DE48048-F718-40F1-9ED9-4AAE5C3BD210}" type="presParOf" srcId="{BB1D394A-EB63-4187-8D83-E6F8220B352F}" destId="{5E801731-0466-4037-9939-C7ED04A389C9}" srcOrd="4" destOrd="0" presId="urn:microsoft.com/office/officeart/2005/8/layout/hChevron3"/>
    <dgm:cxn modelId="{EA2E5849-1A3F-4CE5-9336-2A5D77066FAD}" type="presParOf" srcId="{BB1D394A-EB63-4187-8D83-E6F8220B352F}" destId="{9BB02555-58A3-4D4C-B715-E2CD3B0ABD0A}" srcOrd="5" destOrd="0" presId="urn:microsoft.com/office/officeart/2005/8/layout/hChevron3"/>
    <dgm:cxn modelId="{BBE6332B-357F-49E2-B73C-203BBED2BBA5}" type="presParOf" srcId="{BB1D394A-EB63-4187-8D83-E6F8220B352F}" destId="{EEB39CBF-20C0-4882-805B-892E6929FB5A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77EC4D0-81D5-477F-8083-91CC9C029A2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6A551162-E6FF-4454-A7FA-50853A5100A9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Fragestellung</a:t>
          </a:r>
        </a:p>
      </dgm:t>
    </dgm:pt>
    <dgm:pt modelId="{80195E01-1008-48F2-B033-4A2267864F39}" type="parTrans" cxnId="{06B2A1A8-B482-4296-BCBD-7ED9958B20FA}">
      <dgm:prSet/>
      <dgm:spPr/>
      <dgm:t>
        <a:bodyPr/>
        <a:lstStyle/>
        <a:p>
          <a:endParaRPr lang="de-DE"/>
        </a:p>
      </dgm:t>
    </dgm:pt>
    <dgm:pt modelId="{7208380F-595F-4603-8B4D-2E17D35F0E10}" type="sibTrans" cxnId="{06B2A1A8-B482-4296-BCBD-7ED9958B20FA}">
      <dgm:prSet/>
      <dgm:spPr/>
      <dgm:t>
        <a:bodyPr/>
        <a:lstStyle/>
        <a:p>
          <a:endParaRPr lang="de-DE"/>
        </a:p>
      </dgm:t>
    </dgm:pt>
    <dgm:pt modelId="{3BC8957A-48CA-469A-817C-8542B00EC959}">
      <dgm:prSet phldrT="[Text]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Work Flow</a:t>
          </a:r>
        </a:p>
      </dgm:t>
    </dgm:pt>
    <dgm:pt modelId="{C01F38D2-8342-413C-B212-119C87FD6D2A}" type="parTrans" cxnId="{DFA8233D-1A8B-4CBD-ADFA-2CDB45C3C5AD}">
      <dgm:prSet/>
      <dgm:spPr/>
      <dgm:t>
        <a:bodyPr/>
        <a:lstStyle/>
        <a:p>
          <a:endParaRPr lang="de-DE"/>
        </a:p>
      </dgm:t>
    </dgm:pt>
    <dgm:pt modelId="{1B3D0DB0-B6CF-473B-B330-3C3B18287C75}" type="sibTrans" cxnId="{DFA8233D-1A8B-4CBD-ADFA-2CDB45C3C5AD}">
      <dgm:prSet/>
      <dgm:spPr/>
      <dgm:t>
        <a:bodyPr/>
        <a:lstStyle/>
        <a:p>
          <a:endParaRPr lang="de-DE"/>
        </a:p>
      </dgm:t>
    </dgm:pt>
    <dgm:pt modelId="{918D43BF-960D-47B4-9C14-170CB14FB50C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Ergebnisse</a:t>
          </a:r>
        </a:p>
      </dgm:t>
    </dgm:pt>
    <dgm:pt modelId="{40F61950-B28A-491F-8297-ADEE26AC3AAA}" type="parTrans" cxnId="{A8BE293A-5B57-4A59-ABF9-4F40CB55FF79}">
      <dgm:prSet/>
      <dgm:spPr/>
      <dgm:t>
        <a:bodyPr/>
        <a:lstStyle/>
        <a:p>
          <a:endParaRPr lang="de-DE"/>
        </a:p>
      </dgm:t>
    </dgm:pt>
    <dgm:pt modelId="{DE44C71F-6771-4C9B-913B-864533081BEC}" type="sibTrans" cxnId="{A8BE293A-5B57-4A59-ABF9-4F40CB55FF79}">
      <dgm:prSet/>
      <dgm:spPr/>
      <dgm:t>
        <a:bodyPr/>
        <a:lstStyle/>
        <a:p>
          <a:endParaRPr lang="de-DE"/>
        </a:p>
      </dgm:t>
    </dgm:pt>
    <dgm:pt modelId="{E8041164-1D0F-43E3-B0F8-ED3DFCE1B858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Vergleich</a:t>
          </a:r>
        </a:p>
      </dgm:t>
    </dgm:pt>
    <dgm:pt modelId="{8D8B955C-9A20-422B-8B73-3BCED0F82075}" type="parTrans" cxnId="{C5D0FAC2-7DF2-49F3-A09B-9F8758622B6F}">
      <dgm:prSet/>
      <dgm:spPr/>
      <dgm:t>
        <a:bodyPr/>
        <a:lstStyle/>
        <a:p>
          <a:endParaRPr lang="de-DE"/>
        </a:p>
      </dgm:t>
    </dgm:pt>
    <dgm:pt modelId="{940853FC-738F-4241-A3BD-06F8D841F324}" type="sibTrans" cxnId="{C5D0FAC2-7DF2-49F3-A09B-9F8758622B6F}">
      <dgm:prSet/>
      <dgm:spPr/>
      <dgm:t>
        <a:bodyPr/>
        <a:lstStyle/>
        <a:p>
          <a:endParaRPr lang="de-DE"/>
        </a:p>
      </dgm:t>
    </dgm:pt>
    <dgm:pt modelId="{BB1D394A-EB63-4187-8D83-E6F8220B352F}" type="pres">
      <dgm:prSet presAssocID="{A77EC4D0-81D5-477F-8083-91CC9C029A27}" presName="Name0" presStyleCnt="0">
        <dgm:presLayoutVars>
          <dgm:dir/>
          <dgm:resizeHandles val="exact"/>
        </dgm:presLayoutVars>
      </dgm:prSet>
      <dgm:spPr/>
    </dgm:pt>
    <dgm:pt modelId="{9225BDB9-B4BC-402E-985E-33278C9CECD5}" type="pres">
      <dgm:prSet presAssocID="{6A551162-E6FF-4454-A7FA-50853A5100A9}" presName="parTxOnly" presStyleLbl="node1" presStyleIdx="0" presStyleCnt="4">
        <dgm:presLayoutVars>
          <dgm:bulletEnabled val="1"/>
        </dgm:presLayoutVars>
      </dgm:prSet>
      <dgm:spPr/>
    </dgm:pt>
    <dgm:pt modelId="{5ABB18FB-2C92-4E0B-A429-084757A707EB}" type="pres">
      <dgm:prSet presAssocID="{7208380F-595F-4603-8B4D-2E17D35F0E10}" presName="parSpace" presStyleCnt="0"/>
      <dgm:spPr/>
    </dgm:pt>
    <dgm:pt modelId="{9A500426-08D2-49D5-B23D-3EFBB0526F5A}" type="pres">
      <dgm:prSet presAssocID="{3BC8957A-48CA-469A-817C-8542B00EC959}" presName="parTxOnly" presStyleLbl="node1" presStyleIdx="1" presStyleCnt="4">
        <dgm:presLayoutVars>
          <dgm:bulletEnabled val="1"/>
        </dgm:presLayoutVars>
      </dgm:prSet>
      <dgm:spPr/>
    </dgm:pt>
    <dgm:pt modelId="{4ADAC951-7438-4440-9B96-E06A4F10298A}" type="pres">
      <dgm:prSet presAssocID="{1B3D0DB0-B6CF-473B-B330-3C3B18287C75}" presName="parSpace" presStyleCnt="0"/>
      <dgm:spPr/>
    </dgm:pt>
    <dgm:pt modelId="{5E801731-0466-4037-9939-C7ED04A389C9}" type="pres">
      <dgm:prSet presAssocID="{918D43BF-960D-47B4-9C14-170CB14FB50C}" presName="parTxOnly" presStyleLbl="node1" presStyleIdx="2" presStyleCnt="4" custLinFactNeighborX="-2988" custLinFactNeighborY="57122">
        <dgm:presLayoutVars>
          <dgm:bulletEnabled val="1"/>
        </dgm:presLayoutVars>
      </dgm:prSet>
      <dgm:spPr/>
    </dgm:pt>
    <dgm:pt modelId="{9BB02555-58A3-4D4C-B715-E2CD3B0ABD0A}" type="pres">
      <dgm:prSet presAssocID="{DE44C71F-6771-4C9B-913B-864533081BEC}" presName="parSpace" presStyleCnt="0"/>
      <dgm:spPr/>
    </dgm:pt>
    <dgm:pt modelId="{EEB39CBF-20C0-4882-805B-892E6929FB5A}" type="pres">
      <dgm:prSet presAssocID="{E8041164-1D0F-43E3-B0F8-ED3DFCE1B858}" presName="parTxOnly" presStyleLbl="node1" presStyleIdx="3" presStyleCnt="4" custLinFactNeighborX="499" custLinFactNeighborY="41128">
        <dgm:presLayoutVars>
          <dgm:bulletEnabled val="1"/>
        </dgm:presLayoutVars>
      </dgm:prSet>
      <dgm:spPr/>
    </dgm:pt>
  </dgm:ptLst>
  <dgm:cxnLst>
    <dgm:cxn modelId="{E491331F-A0DF-4F91-B7CE-9277FAC962A7}" type="presOf" srcId="{A77EC4D0-81D5-477F-8083-91CC9C029A27}" destId="{BB1D394A-EB63-4187-8D83-E6F8220B352F}" srcOrd="0" destOrd="0" presId="urn:microsoft.com/office/officeart/2005/8/layout/hChevron3"/>
    <dgm:cxn modelId="{08B42C31-EF9F-4996-BF78-776C4BBE42E6}" type="presOf" srcId="{3BC8957A-48CA-469A-817C-8542B00EC959}" destId="{9A500426-08D2-49D5-B23D-3EFBB0526F5A}" srcOrd="0" destOrd="0" presId="urn:microsoft.com/office/officeart/2005/8/layout/hChevron3"/>
    <dgm:cxn modelId="{A8BE293A-5B57-4A59-ABF9-4F40CB55FF79}" srcId="{A77EC4D0-81D5-477F-8083-91CC9C029A27}" destId="{918D43BF-960D-47B4-9C14-170CB14FB50C}" srcOrd="2" destOrd="0" parTransId="{40F61950-B28A-491F-8297-ADEE26AC3AAA}" sibTransId="{DE44C71F-6771-4C9B-913B-864533081BEC}"/>
    <dgm:cxn modelId="{DFA8233D-1A8B-4CBD-ADFA-2CDB45C3C5AD}" srcId="{A77EC4D0-81D5-477F-8083-91CC9C029A27}" destId="{3BC8957A-48CA-469A-817C-8542B00EC959}" srcOrd="1" destOrd="0" parTransId="{C01F38D2-8342-413C-B212-119C87FD6D2A}" sibTransId="{1B3D0DB0-B6CF-473B-B330-3C3B18287C75}"/>
    <dgm:cxn modelId="{490C5072-E909-4374-87F6-5DD74126EB28}" type="presOf" srcId="{6A551162-E6FF-4454-A7FA-50853A5100A9}" destId="{9225BDB9-B4BC-402E-985E-33278C9CECD5}" srcOrd="0" destOrd="0" presId="urn:microsoft.com/office/officeart/2005/8/layout/hChevron3"/>
    <dgm:cxn modelId="{0EE11B7F-BAE3-4906-82B5-6EB7093B6C3B}" type="presOf" srcId="{E8041164-1D0F-43E3-B0F8-ED3DFCE1B858}" destId="{EEB39CBF-20C0-4882-805B-892E6929FB5A}" srcOrd="0" destOrd="0" presId="urn:microsoft.com/office/officeart/2005/8/layout/hChevron3"/>
    <dgm:cxn modelId="{06B2A1A8-B482-4296-BCBD-7ED9958B20FA}" srcId="{A77EC4D0-81D5-477F-8083-91CC9C029A27}" destId="{6A551162-E6FF-4454-A7FA-50853A5100A9}" srcOrd="0" destOrd="0" parTransId="{80195E01-1008-48F2-B033-4A2267864F39}" sibTransId="{7208380F-595F-4603-8B4D-2E17D35F0E10}"/>
    <dgm:cxn modelId="{46C2E5B6-E66A-4286-A1DB-80F75B504862}" type="presOf" srcId="{918D43BF-960D-47B4-9C14-170CB14FB50C}" destId="{5E801731-0466-4037-9939-C7ED04A389C9}" srcOrd="0" destOrd="0" presId="urn:microsoft.com/office/officeart/2005/8/layout/hChevron3"/>
    <dgm:cxn modelId="{C5D0FAC2-7DF2-49F3-A09B-9F8758622B6F}" srcId="{A77EC4D0-81D5-477F-8083-91CC9C029A27}" destId="{E8041164-1D0F-43E3-B0F8-ED3DFCE1B858}" srcOrd="3" destOrd="0" parTransId="{8D8B955C-9A20-422B-8B73-3BCED0F82075}" sibTransId="{940853FC-738F-4241-A3BD-06F8D841F324}"/>
    <dgm:cxn modelId="{3A43BE55-120D-4D28-98A9-62F157919BF0}" type="presParOf" srcId="{BB1D394A-EB63-4187-8D83-E6F8220B352F}" destId="{9225BDB9-B4BC-402E-985E-33278C9CECD5}" srcOrd="0" destOrd="0" presId="urn:microsoft.com/office/officeart/2005/8/layout/hChevron3"/>
    <dgm:cxn modelId="{73DF8B7E-7B8C-4FAE-8B84-E2DE3D81D667}" type="presParOf" srcId="{BB1D394A-EB63-4187-8D83-E6F8220B352F}" destId="{5ABB18FB-2C92-4E0B-A429-084757A707EB}" srcOrd="1" destOrd="0" presId="urn:microsoft.com/office/officeart/2005/8/layout/hChevron3"/>
    <dgm:cxn modelId="{CD0FFB6D-0FA2-4B1B-82E1-B1F664C06A74}" type="presParOf" srcId="{BB1D394A-EB63-4187-8D83-E6F8220B352F}" destId="{9A500426-08D2-49D5-B23D-3EFBB0526F5A}" srcOrd="2" destOrd="0" presId="urn:microsoft.com/office/officeart/2005/8/layout/hChevron3"/>
    <dgm:cxn modelId="{405B0999-4E8B-4BA1-A381-4C701B87C7E6}" type="presParOf" srcId="{BB1D394A-EB63-4187-8D83-E6F8220B352F}" destId="{4ADAC951-7438-4440-9B96-E06A4F10298A}" srcOrd="3" destOrd="0" presId="urn:microsoft.com/office/officeart/2005/8/layout/hChevron3"/>
    <dgm:cxn modelId="{0DE48048-F718-40F1-9ED9-4AAE5C3BD210}" type="presParOf" srcId="{BB1D394A-EB63-4187-8D83-E6F8220B352F}" destId="{5E801731-0466-4037-9939-C7ED04A389C9}" srcOrd="4" destOrd="0" presId="urn:microsoft.com/office/officeart/2005/8/layout/hChevron3"/>
    <dgm:cxn modelId="{EA2E5849-1A3F-4CE5-9336-2A5D77066FAD}" type="presParOf" srcId="{BB1D394A-EB63-4187-8D83-E6F8220B352F}" destId="{9BB02555-58A3-4D4C-B715-E2CD3B0ABD0A}" srcOrd="5" destOrd="0" presId="urn:microsoft.com/office/officeart/2005/8/layout/hChevron3"/>
    <dgm:cxn modelId="{BBE6332B-357F-49E2-B73C-203BBED2BBA5}" type="presParOf" srcId="{BB1D394A-EB63-4187-8D83-E6F8220B352F}" destId="{EEB39CBF-20C0-4882-805B-892E6929FB5A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77EC4D0-81D5-477F-8083-91CC9C029A2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6A551162-E6FF-4454-A7FA-50853A5100A9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Fragestellung</a:t>
          </a:r>
        </a:p>
      </dgm:t>
    </dgm:pt>
    <dgm:pt modelId="{80195E01-1008-48F2-B033-4A2267864F39}" type="parTrans" cxnId="{06B2A1A8-B482-4296-BCBD-7ED9958B20FA}">
      <dgm:prSet/>
      <dgm:spPr/>
      <dgm:t>
        <a:bodyPr/>
        <a:lstStyle/>
        <a:p>
          <a:endParaRPr lang="de-DE"/>
        </a:p>
      </dgm:t>
    </dgm:pt>
    <dgm:pt modelId="{7208380F-595F-4603-8B4D-2E17D35F0E10}" type="sibTrans" cxnId="{06B2A1A8-B482-4296-BCBD-7ED9958B20FA}">
      <dgm:prSet/>
      <dgm:spPr/>
      <dgm:t>
        <a:bodyPr/>
        <a:lstStyle/>
        <a:p>
          <a:endParaRPr lang="de-DE"/>
        </a:p>
      </dgm:t>
    </dgm:pt>
    <dgm:pt modelId="{3BC8957A-48CA-469A-817C-8542B00EC959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Work Flow</a:t>
          </a:r>
        </a:p>
      </dgm:t>
    </dgm:pt>
    <dgm:pt modelId="{C01F38D2-8342-413C-B212-119C87FD6D2A}" type="parTrans" cxnId="{DFA8233D-1A8B-4CBD-ADFA-2CDB45C3C5AD}">
      <dgm:prSet/>
      <dgm:spPr/>
      <dgm:t>
        <a:bodyPr/>
        <a:lstStyle/>
        <a:p>
          <a:endParaRPr lang="de-DE"/>
        </a:p>
      </dgm:t>
    </dgm:pt>
    <dgm:pt modelId="{1B3D0DB0-B6CF-473B-B330-3C3B18287C75}" type="sibTrans" cxnId="{DFA8233D-1A8B-4CBD-ADFA-2CDB45C3C5AD}">
      <dgm:prSet/>
      <dgm:spPr/>
      <dgm:t>
        <a:bodyPr/>
        <a:lstStyle/>
        <a:p>
          <a:endParaRPr lang="de-DE"/>
        </a:p>
      </dgm:t>
    </dgm:pt>
    <dgm:pt modelId="{918D43BF-960D-47B4-9C14-170CB14FB50C}">
      <dgm:prSet phldrT="[Text]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Ergebnisse</a:t>
          </a:r>
        </a:p>
      </dgm:t>
    </dgm:pt>
    <dgm:pt modelId="{40F61950-B28A-491F-8297-ADEE26AC3AAA}" type="parTrans" cxnId="{A8BE293A-5B57-4A59-ABF9-4F40CB55FF79}">
      <dgm:prSet/>
      <dgm:spPr/>
      <dgm:t>
        <a:bodyPr/>
        <a:lstStyle/>
        <a:p>
          <a:endParaRPr lang="de-DE"/>
        </a:p>
      </dgm:t>
    </dgm:pt>
    <dgm:pt modelId="{DE44C71F-6771-4C9B-913B-864533081BEC}" type="sibTrans" cxnId="{A8BE293A-5B57-4A59-ABF9-4F40CB55FF79}">
      <dgm:prSet/>
      <dgm:spPr/>
      <dgm:t>
        <a:bodyPr/>
        <a:lstStyle/>
        <a:p>
          <a:endParaRPr lang="de-DE"/>
        </a:p>
      </dgm:t>
    </dgm:pt>
    <dgm:pt modelId="{E8041164-1D0F-43E3-B0F8-ED3DFCE1B858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Vergleich</a:t>
          </a:r>
        </a:p>
      </dgm:t>
    </dgm:pt>
    <dgm:pt modelId="{8D8B955C-9A20-422B-8B73-3BCED0F82075}" type="parTrans" cxnId="{C5D0FAC2-7DF2-49F3-A09B-9F8758622B6F}">
      <dgm:prSet/>
      <dgm:spPr/>
      <dgm:t>
        <a:bodyPr/>
        <a:lstStyle/>
        <a:p>
          <a:endParaRPr lang="de-DE"/>
        </a:p>
      </dgm:t>
    </dgm:pt>
    <dgm:pt modelId="{940853FC-738F-4241-A3BD-06F8D841F324}" type="sibTrans" cxnId="{C5D0FAC2-7DF2-49F3-A09B-9F8758622B6F}">
      <dgm:prSet/>
      <dgm:spPr/>
      <dgm:t>
        <a:bodyPr/>
        <a:lstStyle/>
        <a:p>
          <a:endParaRPr lang="de-DE"/>
        </a:p>
      </dgm:t>
    </dgm:pt>
    <dgm:pt modelId="{BB1D394A-EB63-4187-8D83-E6F8220B352F}" type="pres">
      <dgm:prSet presAssocID="{A77EC4D0-81D5-477F-8083-91CC9C029A27}" presName="Name0" presStyleCnt="0">
        <dgm:presLayoutVars>
          <dgm:dir/>
          <dgm:resizeHandles val="exact"/>
        </dgm:presLayoutVars>
      </dgm:prSet>
      <dgm:spPr/>
    </dgm:pt>
    <dgm:pt modelId="{9225BDB9-B4BC-402E-985E-33278C9CECD5}" type="pres">
      <dgm:prSet presAssocID="{6A551162-E6FF-4454-A7FA-50853A5100A9}" presName="parTxOnly" presStyleLbl="node1" presStyleIdx="0" presStyleCnt="4">
        <dgm:presLayoutVars>
          <dgm:bulletEnabled val="1"/>
        </dgm:presLayoutVars>
      </dgm:prSet>
      <dgm:spPr/>
    </dgm:pt>
    <dgm:pt modelId="{5ABB18FB-2C92-4E0B-A429-084757A707EB}" type="pres">
      <dgm:prSet presAssocID="{7208380F-595F-4603-8B4D-2E17D35F0E10}" presName="parSpace" presStyleCnt="0"/>
      <dgm:spPr/>
    </dgm:pt>
    <dgm:pt modelId="{9A500426-08D2-49D5-B23D-3EFBB0526F5A}" type="pres">
      <dgm:prSet presAssocID="{3BC8957A-48CA-469A-817C-8542B00EC959}" presName="parTxOnly" presStyleLbl="node1" presStyleIdx="1" presStyleCnt="4">
        <dgm:presLayoutVars>
          <dgm:bulletEnabled val="1"/>
        </dgm:presLayoutVars>
      </dgm:prSet>
      <dgm:spPr/>
    </dgm:pt>
    <dgm:pt modelId="{4ADAC951-7438-4440-9B96-E06A4F10298A}" type="pres">
      <dgm:prSet presAssocID="{1B3D0DB0-B6CF-473B-B330-3C3B18287C75}" presName="parSpace" presStyleCnt="0"/>
      <dgm:spPr/>
    </dgm:pt>
    <dgm:pt modelId="{5E801731-0466-4037-9939-C7ED04A389C9}" type="pres">
      <dgm:prSet presAssocID="{918D43BF-960D-47B4-9C14-170CB14FB50C}" presName="parTxOnly" presStyleLbl="node1" presStyleIdx="2" presStyleCnt="4" custLinFactNeighborX="-2988" custLinFactNeighborY="57122">
        <dgm:presLayoutVars>
          <dgm:bulletEnabled val="1"/>
        </dgm:presLayoutVars>
      </dgm:prSet>
      <dgm:spPr/>
    </dgm:pt>
    <dgm:pt modelId="{9BB02555-58A3-4D4C-B715-E2CD3B0ABD0A}" type="pres">
      <dgm:prSet presAssocID="{DE44C71F-6771-4C9B-913B-864533081BEC}" presName="parSpace" presStyleCnt="0"/>
      <dgm:spPr/>
    </dgm:pt>
    <dgm:pt modelId="{EEB39CBF-20C0-4882-805B-892E6929FB5A}" type="pres">
      <dgm:prSet presAssocID="{E8041164-1D0F-43E3-B0F8-ED3DFCE1B858}" presName="parTxOnly" presStyleLbl="node1" presStyleIdx="3" presStyleCnt="4" custLinFactNeighborX="499" custLinFactNeighborY="41128">
        <dgm:presLayoutVars>
          <dgm:bulletEnabled val="1"/>
        </dgm:presLayoutVars>
      </dgm:prSet>
      <dgm:spPr/>
    </dgm:pt>
  </dgm:ptLst>
  <dgm:cxnLst>
    <dgm:cxn modelId="{E491331F-A0DF-4F91-B7CE-9277FAC962A7}" type="presOf" srcId="{A77EC4D0-81D5-477F-8083-91CC9C029A27}" destId="{BB1D394A-EB63-4187-8D83-E6F8220B352F}" srcOrd="0" destOrd="0" presId="urn:microsoft.com/office/officeart/2005/8/layout/hChevron3"/>
    <dgm:cxn modelId="{08B42C31-EF9F-4996-BF78-776C4BBE42E6}" type="presOf" srcId="{3BC8957A-48CA-469A-817C-8542B00EC959}" destId="{9A500426-08D2-49D5-B23D-3EFBB0526F5A}" srcOrd="0" destOrd="0" presId="urn:microsoft.com/office/officeart/2005/8/layout/hChevron3"/>
    <dgm:cxn modelId="{A8BE293A-5B57-4A59-ABF9-4F40CB55FF79}" srcId="{A77EC4D0-81D5-477F-8083-91CC9C029A27}" destId="{918D43BF-960D-47B4-9C14-170CB14FB50C}" srcOrd="2" destOrd="0" parTransId="{40F61950-B28A-491F-8297-ADEE26AC3AAA}" sibTransId="{DE44C71F-6771-4C9B-913B-864533081BEC}"/>
    <dgm:cxn modelId="{DFA8233D-1A8B-4CBD-ADFA-2CDB45C3C5AD}" srcId="{A77EC4D0-81D5-477F-8083-91CC9C029A27}" destId="{3BC8957A-48CA-469A-817C-8542B00EC959}" srcOrd="1" destOrd="0" parTransId="{C01F38D2-8342-413C-B212-119C87FD6D2A}" sibTransId="{1B3D0DB0-B6CF-473B-B330-3C3B18287C75}"/>
    <dgm:cxn modelId="{490C5072-E909-4374-87F6-5DD74126EB28}" type="presOf" srcId="{6A551162-E6FF-4454-A7FA-50853A5100A9}" destId="{9225BDB9-B4BC-402E-985E-33278C9CECD5}" srcOrd="0" destOrd="0" presId="urn:microsoft.com/office/officeart/2005/8/layout/hChevron3"/>
    <dgm:cxn modelId="{0EE11B7F-BAE3-4906-82B5-6EB7093B6C3B}" type="presOf" srcId="{E8041164-1D0F-43E3-B0F8-ED3DFCE1B858}" destId="{EEB39CBF-20C0-4882-805B-892E6929FB5A}" srcOrd="0" destOrd="0" presId="urn:microsoft.com/office/officeart/2005/8/layout/hChevron3"/>
    <dgm:cxn modelId="{06B2A1A8-B482-4296-BCBD-7ED9958B20FA}" srcId="{A77EC4D0-81D5-477F-8083-91CC9C029A27}" destId="{6A551162-E6FF-4454-A7FA-50853A5100A9}" srcOrd="0" destOrd="0" parTransId="{80195E01-1008-48F2-B033-4A2267864F39}" sibTransId="{7208380F-595F-4603-8B4D-2E17D35F0E10}"/>
    <dgm:cxn modelId="{46C2E5B6-E66A-4286-A1DB-80F75B504862}" type="presOf" srcId="{918D43BF-960D-47B4-9C14-170CB14FB50C}" destId="{5E801731-0466-4037-9939-C7ED04A389C9}" srcOrd="0" destOrd="0" presId="urn:microsoft.com/office/officeart/2005/8/layout/hChevron3"/>
    <dgm:cxn modelId="{C5D0FAC2-7DF2-49F3-A09B-9F8758622B6F}" srcId="{A77EC4D0-81D5-477F-8083-91CC9C029A27}" destId="{E8041164-1D0F-43E3-B0F8-ED3DFCE1B858}" srcOrd="3" destOrd="0" parTransId="{8D8B955C-9A20-422B-8B73-3BCED0F82075}" sibTransId="{940853FC-738F-4241-A3BD-06F8D841F324}"/>
    <dgm:cxn modelId="{3A43BE55-120D-4D28-98A9-62F157919BF0}" type="presParOf" srcId="{BB1D394A-EB63-4187-8D83-E6F8220B352F}" destId="{9225BDB9-B4BC-402E-985E-33278C9CECD5}" srcOrd="0" destOrd="0" presId="urn:microsoft.com/office/officeart/2005/8/layout/hChevron3"/>
    <dgm:cxn modelId="{73DF8B7E-7B8C-4FAE-8B84-E2DE3D81D667}" type="presParOf" srcId="{BB1D394A-EB63-4187-8D83-E6F8220B352F}" destId="{5ABB18FB-2C92-4E0B-A429-084757A707EB}" srcOrd="1" destOrd="0" presId="urn:microsoft.com/office/officeart/2005/8/layout/hChevron3"/>
    <dgm:cxn modelId="{CD0FFB6D-0FA2-4B1B-82E1-B1F664C06A74}" type="presParOf" srcId="{BB1D394A-EB63-4187-8D83-E6F8220B352F}" destId="{9A500426-08D2-49D5-B23D-3EFBB0526F5A}" srcOrd="2" destOrd="0" presId="urn:microsoft.com/office/officeart/2005/8/layout/hChevron3"/>
    <dgm:cxn modelId="{405B0999-4E8B-4BA1-A381-4C701B87C7E6}" type="presParOf" srcId="{BB1D394A-EB63-4187-8D83-E6F8220B352F}" destId="{4ADAC951-7438-4440-9B96-E06A4F10298A}" srcOrd="3" destOrd="0" presId="urn:microsoft.com/office/officeart/2005/8/layout/hChevron3"/>
    <dgm:cxn modelId="{0DE48048-F718-40F1-9ED9-4AAE5C3BD210}" type="presParOf" srcId="{BB1D394A-EB63-4187-8D83-E6F8220B352F}" destId="{5E801731-0466-4037-9939-C7ED04A389C9}" srcOrd="4" destOrd="0" presId="urn:microsoft.com/office/officeart/2005/8/layout/hChevron3"/>
    <dgm:cxn modelId="{EA2E5849-1A3F-4CE5-9336-2A5D77066FAD}" type="presParOf" srcId="{BB1D394A-EB63-4187-8D83-E6F8220B352F}" destId="{9BB02555-58A3-4D4C-B715-E2CD3B0ABD0A}" srcOrd="5" destOrd="0" presId="urn:microsoft.com/office/officeart/2005/8/layout/hChevron3"/>
    <dgm:cxn modelId="{BBE6332B-357F-49E2-B73C-203BBED2BBA5}" type="presParOf" srcId="{BB1D394A-EB63-4187-8D83-E6F8220B352F}" destId="{EEB39CBF-20C0-4882-805B-892E6929FB5A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77EC4D0-81D5-477F-8083-91CC9C029A2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6A551162-E6FF-4454-A7FA-50853A5100A9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Fragestellung</a:t>
          </a:r>
        </a:p>
      </dgm:t>
    </dgm:pt>
    <dgm:pt modelId="{80195E01-1008-48F2-B033-4A2267864F39}" type="parTrans" cxnId="{06B2A1A8-B482-4296-BCBD-7ED9958B20FA}">
      <dgm:prSet/>
      <dgm:spPr/>
      <dgm:t>
        <a:bodyPr/>
        <a:lstStyle/>
        <a:p>
          <a:endParaRPr lang="de-DE"/>
        </a:p>
      </dgm:t>
    </dgm:pt>
    <dgm:pt modelId="{7208380F-595F-4603-8B4D-2E17D35F0E10}" type="sibTrans" cxnId="{06B2A1A8-B482-4296-BCBD-7ED9958B20FA}">
      <dgm:prSet/>
      <dgm:spPr/>
      <dgm:t>
        <a:bodyPr/>
        <a:lstStyle/>
        <a:p>
          <a:endParaRPr lang="de-DE"/>
        </a:p>
      </dgm:t>
    </dgm:pt>
    <dgm:pt modelId="{3BC8957A-48CA-469A-817C-8542B00EC959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Work Flow</a:t>
          </a:r>
        </a:p>
      </dgm:t>
    </dgm:pt>
    <dgm:pt modelId="{C01F38D2-8342-413C-B212-119C87FD6D2A}" type="parTrans" cxnId="{DFA8233D-1A8B-4CBD-ADFA-2CDB45C3C5AD}">
      <dgm:prSet/>
      <dgm:spPr/>
      <dgm:t>
        <a:bodyPr/>
        <a:lstStyle/>
        <a:p>
          <a:endParaRPr lang="de-DE"/>
        </a:p>
      </dgm:t>
    </dgm:pt>
    <dgm:pt modelId="{1B3D0DB0-B6CF-473B-B330-3C3B18287C75}" type="sibTrans" cxnId="{DFA8233D-1A8B-4CBD-ADFA-2CDB45C3C5AD}">
      <dgm:prSet/>
      <dgm:spPr/>
      <dgm:t>
        <a:bodyPr/>
        <a:lstStyle/>
        <a:p>
          <a:endParaRPr lang="de-DE"/>
        </a:p>
      </dgm:t>
    </dgm:pt>
    <dgm:pt modelId="{918D43BF-960D-47B4-9C14-170CB14FB50C}">
      <dgm:prSet phldrT="[Text]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Ergebnisse</a:t>
          </a:r>
        </a:p>
      </dgm:t>
    </dgm:pt>
    <dgm:pt modelId="{40F61950-B28A-491F-8297-ADEE26AC3AAA}" type="parTrans" cxnId="{A8BE293A-5B57-4A59-ABF9-4F40CB55FF79}">
      <dgm:prSet/>
      <dgm:spPr/>
      <dgm:t>
        <a:bodyPr/>
        <a:lstStyle/>
        <a:p>
          <a:endParaRPr lang="de-DE"/>
        </a:p>
      </dgm:t>
    </dgm:pt>
    <dgm:pt modelId="{DE44C71F-6771-4C9B-913B-864533081BEC}" type="sibTrans" cxnId="{A8BE293A-5B57-4A59-ABF9-4F40CB55FF79}">
      <dgm:prSet/>
      <dgm:spPr/>
      <dgm:t>
        <a:bodyPr/>
        <a:lstStyle/>
        <a:p>
          <a:endParaRPr lang="de-DE"/>
        </a:p>
      </dgm:t>
    </dgm:pt>
    <dgm:pt modelId="{E8041164-1D0F-43E3-B0F8-ED3DFCE1B858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Vergleich</a:t>
          </a:r>
        </a:p>
      </dgm:t>
    </dgm:pt>
    <dgm:pt modelId="{8D8B955C-9A20-422B-8B73-3BCED0F82075}" type="parTrans" cxnId="{C5D0FAC2-7DF2-49F3-A09B-9F8758622B6F}">
      <dgm:prSet/>
      <dgm:spPr/>
      <dgm:t>
        <a:bodyPr/>
        <a:lstStyle/>
        <a:p>
          <a:endParaRPr lang="de-DE"/>
        </a:p>
      </dgm:t>
    </dgm:pt>
    <dgm:pt modelId="{940853FC-738F-4241-A3BD-06F8D841F324}" type="sibTrans" cxnId="{C5D0FAC2-7DF2-49F3-A09B-9F8758622B6F}">
      <dgm:prSet/>
      <dgm:spPr/>
      <dgm:t>
        <a:bodyPr/>
        <a:lstStyle/>
        <a:p>
          <a:endParaRPr lang="de-DE"/>
        </a:p>
      </dgm:t>
    </dgm:pt>
    <dgm:pt modelId="{BB1D394A-EB63-4187-8D83-E6F8220B352F}" type="pres">
      <dgm:prSet presAssocID="{A77EC4D0-81D5-477F-8083-91CC9C029A27}" presName="Name0" presStyleCnt="0">
        <dgm:presLayoutVars>
          <dgm:dir/>
          <dgm:resizeHandles val="exact"/>
        </dgm:presLayoutVars>
      </dgm:prSet>
      <dgm:spPr/>
    </dgm:pt>
    <dgm:pt modelId="{9225BDB9-B4BC-402E-985E-33278C9CECD5}" type="pres">
      <dgm:prSet presAssocID="{6A551162-E6FF-4454-A7FA-50853A5100A9}" presName="parTxOnly" presStyleLbl="node1" presStyleIdx="0" presStyleCnt="4">
        <dgm:presLayoutVars>
          <dgm:bulletEnabled val="1"/>
        </dgm:presLayoutVars>
      </dgm:prSet>
      <dgm:spPr/>
    </dgm:pt>
    <dgm:pt modelId="{5ABB18FB-2C92-4E0B-A429-084757A707EB}" type="pres">
      <dgm:prSet presAssocID="{7208380F-595F-4603-8B4D-2E17D35F0E10}" presName="parSpace" presStyleCnt="0"/>
      <dgm:spPr/>
    </dgm:pt>
    <dgm:pt modelId="{9A500426-08D2-49D5-B23D-3EFBB0526F5A}" type="pres">
      <dgm:prSet presAssocID="{3BC8957A-48CA-469A-817C-8542B00EC959}" presName="parTxOnly" presStyleLbl="node1" presStyleIdx="1" presStyleCnt="4">
        <dgm:presLayoutVars>
          <dgm:bulletEnabled val="1"/>
        </dgm:presLayoutVars>
      </dgm:prSet>
      <dgm:spPr/>
    </dgm:pt>
    <dgm:pt modelId="{4ADAC951-7438-4440-9B96-E06A4F10298A}" type="pres">
      <dgm:prSet presAssocID="{1B3D0DB0-B6CF-473B-B330-3C3B18287C75}" presName="parSpace" presStyleCnt="0"/>
      <dgm:spPr/>
    </dgm:pt>
    <dgm:pt modelId="{5E801731-0466-4037-9939-C7ED04A389C9}" type="pres">
      <dgm:prSet presAssocID="{918D43BF-960D-47B4-9C14-170CB14FB50C}" presName="parTxOnly" presStyleLbl="node1" presStyleIdx="2" presStyleCnt="4" custLinFactNeighborX="-2988" custLinFactNeighborY="57122">
        <dgm:presLayoutVars>
          <dgm:bulletEnabled val="1"/>
        </dgm:presLayoutVars>
      </dgm:prSet>
      <dgm:spPr/>
    </dgm:pt>
    <dgm:pt modelId="{9BB02555-58A3-4D4C-B715-E2CD3B0ABD0A}" type="pres">
      <dgm:prSet presAssocID="{DE44C71F-6771-4C9B-913B-864533081BEC}" presName="parSpace" presStyleCnt="0"/>
      <dgm:spPr/>
    </dgm:pt>
    <dgm:pt modelId="{EEB39CBF-20C0-4882-805B-892E6929FB5A}" type="pres">
      <dgm:prSet presAssocID="{E8041164-1D0F-43E3-B0F8-ED3DFCE1B858}" presName="parTxOnly" presStyleLbl="node1" presStyleIdx="3" presStyleCnt="4" custLinFactNeighborX="499" custLinFactNeighborY="41128">
        <dgm:presLayoutVars>
          <dgm:bulletEnabled val="1"/>
        </dgm:presLayoutVars>
      </dgm:prSet>
      <dgm:spPr/>
    </dgm:pt>
  </dgm:ptLst>
  <dgm:cxnLst>
    <dgm:cxn modelId="{E491331F-A0DF-4F91-B7CE-9277FAC962A7}" type="presOf" srcId="{A77EC4D0-81D5-477F-8083-91CC9C029A27}" destId="{BB1D394A-EB63-4187-8D83-E6F8220B352F}" srcOrd="0" destOrd="0" presId="urn:microsoft.com/office/officeart/2005/8/layout/hChevron3"/>
    <dgm:cxn modelId="{08B42C31-EF9F-4996-BF78-776C4BBE42E6}" type="presOf" srcId="{3BC8957A-48CA-469A-817C-8542B00EC959}" destId="{9A500426-08D2-49D5-B23D-3EFBB0526F5A}" srcOrd="0" destOrd="0" presId="urn:microsoft.com/office/officeart/2005/8/layout/hChevron3"/>
    <dgm:cxn modelId="{A8BE293A-5B57-4A59-ABF9-4F40CB55FF79}" srcId="{A77EC4D0-81D5-477F-8083-91CC9C029A27}" destId="{918D43BF-960D-47B4-9C14-170CB14FB50C}" srcOrd="2" destOrd="0" parTransId="{40F61950-B28A-491F-8297-ADEE26AC3AAA}" sibTransId="{DE44C71F-6771-4C9B-913B-864533081BEC}"/>
    <dgm:cxn modelId="{DFA8233D-1A8B-4CBD-ADFA-2CDB45C3C5AD}" srcId="{A77EC4D0-81D5-477F-8083-91CC9C029A27}" destId="{3BC8957A-48CA-469A-817C-8542B00EC959}" srcOrd="1" destOrd="0" parTransId="{C01F38D2-8342-413C-B212-119C87FD6D2A}" sibTransId="{1B3D0DB0-B6CF-473B-B330-3C3B18287C75}"/>
    <dgm:cxn modelId="{490C5072-E909-4374-87F6-5DD74126EB28}" type="presOf" srcId="{6A551162-E6FF-4454-A7FA-50853A5100A9}" destId="{9225BDB9-B4BC-402E-985E-33278C9CECD5}" srcOrd="0" destOrd="0" presId="urn:microsoft.com/office/officeart/2005/8/layout/hChevron3"/>
    <dgm:cxn modelId="{0EE11B7F-BAE3-4906-82B5-6EB7093B6C3B}" type="presOf" srcId="{E8041164-1D0F-43E3-B0F8-ED3DFCE1B858}" destId="{EEB39CBF-20C0-4882-805B-892E6929FB5A}" srcOrd="0" destOrd="0" presId="urn:microsoft.com/office/officeart/2005/8/layout/hChevron3"/>
    <dgm:cxn modelId="{06B2A1A8-B482-4296-BCBD-7ED9958B20FA}" srcId="{A77EC4D0-81D5-477F-8083-91CC9C029A27}" destId="{6A551162-E6FF-4454-A7FA-50853A5100A9}" srcOrd="0" destOrd="0" parTransId="{80195E01-1008-48F2-B033-4A2267864F39}" sibTransId="{7208380F-595F-4603-8B4D-2E17D35F0E10}"/>
    <dgm:cxn modelId="{46C2E5B6-E66A-4286-A1DB-80F75B504862}" type="presOf" srcId="{918D43BF-960D-47B4-9C14-170CB14FB50C}" destId="{5E801731-0466-4037-9939-C7ED04A389C9}" srcOrd="0" destOrd="0" presId="urn:microsoft.com/office/officeart/2005/8/layout/hChevron3"/>
    <dgm:cxn modelId="{C5D0FAC2-7DF2-49F3-A09B-9F8758622B6F}" srcId="{A77EC4D0-81D5-477F-8083-91CC9C029A27}" destId="{E8041164-1D0F-43E3-B0F8-ED3DFCE1B858}" srcOrd="3" destOrd="0" parTransId="{8D8B955C-9A20-422B-8B73-3BCED0F82075}" sibTransId="{940853FC-738F-4241-A3BD-06F8D841F324}"/>
    <dgm:cxn modelId="{3A43BE55-120D-4D28-98A9-62F157919BF0}" type="presParOf" srcId="{BB1D394A-EB63-4187-8D83-E6F8220B352F}" destId="{9225BDB9-B4BC-402E-985E-33278C9CECD5}" srcOrd="0" destOrd="0" presId="urn:microsoft.com/office/officeart/2005/8/layout/hChevron3"/>
    <dgm:cxn modelId="{73DF8B7E-7B8C-4FAE-8B84-E2DE3D81D667}" type="presParOf" srcId="{BB1D394A-EB63-4187-8D83-E6F8220B352F}" destId="{5ABB18FB-2C92-4E0B-A429-084757A707EB}" srcOrd="1" destOrd="0" presId="urn:microsoft.com/office/officeart/2005/8/layout/hChevron3"/>
    <dgm:cxn modelId="{CD0FFB6D-0FA2-4B1B-82E1-B1F664C06A74}" type="presParOf" srcId="{BB1D394A-EB63-4187-8D83-E6F8220B352F}" destId="{9A500426-08D2-49D5-B23D-3EFBB0526F5A}" srcOrd="2" destOrd="0" presId="urn:microsoft.com/office/officeart/2005/8/layout/hChevron3"/>
    <dgm:cxn modelId="{405B0999-4E8B-4BA1-A381-4C701B87C7E6}" type="presParOf" srcId="{BB1D394A-EB63-4187-8D83-E6F8220B352F}" destId="{4ADAC951-7438-4440-9B96-E06A4F10298A}" srcOrd="3" destOrd="0" presId="urn:microsoft.com/office/officeart/2005/8/layout/hChevron3"/>
    <dgm:cxn modelId="{0DE48048-F718-40F1-9ED9-4AAE5C3BD210}" type="presParOf" srcId="{BB1D394A-EB63-4187-8D83-E6F8220B352F}" destId="{5E801731-0466-4037-9939-C7ED04A389C9}" srcOrd="4" destOrd="0" presId="urn:microsoft.com/office/officeart/2005/8/layout/hChevron3"/>
    <dgm:cxn modelId="{EA2E5849-1A3F-4CE5-9336-2A5D77066FAD}" type="presParOf" srcId="{BB1D394A-EB63-4187-8D83-E6F8220B352F}" destId="{9BB02555-58A3-4D4C-B715-E2CD3B0ABD0A}" srcOrd="5" destOrd="0" presId="urn:microsoft.com/office/officeart/2005/8/layout/hChevron3"/>
    <dgm:cxn modelId="{BBE6332B-357F-49E2-B73C-203BBED2BBA5}" type="presParOf" srcId="{BB1D394A-EB63-4187-8D83-E6F8220B352F}" destId="{EEB39CBF-20C0-4882-805B-892E6929FB5A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77EC4D0-81D5-477F-8083-91CC9C029A2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6A551162-E6FF-4454-A7FA-50853A5100A9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Fragestellung</a:t>
          </a:r>
        </a:p>
      </dgm:t>
    </dgm:pt>
    <dgm:pt modelId="{80195E01-1008-48F2-B033-4A2267864F39}" type="parTrans" cxnId="{06B2A1A8-B482-4296-BCBD-7ED9958B20FA}">
      <dgm:prSet/>
      <dgm:spPr/>
      <dgm:t>
        <a:bodyPr/>
        <a:lstStyle/>
        <a:p>
          <a:endParaRPr lang="de-DE"/>
        </a:p>
      </dgm:t>
    </dgm:pt>
    <dgm:pt modelId="{7208380F-595F-4603-8B4D-2E17D35F0E10}" type="sibTrans" cxnId="{06B2A1A8-B482-4296-BCBD-7ED9958B20FA}">
      <dgm:prSet/>
      <dgm:spPr/>
      <dgm:t>
        <a:bodyPr/>
        <a:lstStyle/>
        <a:p>
          <a:endParaRPr lang="de-DE"/>
        </a:p>
      </dgm:t>
    </dgm:pt>
    <dgm:pt modelId="{3BC8957A-48CA-469A-817C-8542B00EC959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Work Flow</a:t>
          </a:r>
        </a:p>
      </dgm:t>
    </dgm:pt>
    <dgm:pt modelId="{C01F38D2-8342-413C-B212-119C87FD6D2A}" type="parTrans" cxnId="{DFA8233D-1A8B-4CBD-ADFA-2CDB45C3C5AD}">
      <dgm:prSet/>
      <dgm:spPr/>
      <dgm:t>
        <a:bodyPr/>
        <a:lstStyle/>
        <a:p>
          <a:endParaRPr lang="de-DE"/>
        </a:p>
      </dgm:t>
    </dgm:pt>
    <dgm:pt modelId="{1B3D0DB0-B6CF-473B-B330-3C3B18287C75}" type="sibTrans" cxnId="{DFA8233D-1A8B-4CBD-ADFA-2CDB45C3C5AD}">
      <dgm:prSet/>
      <dgm:spPr/>
      <dgm:t>
        <a:bodyPr/>
        <a:lstStyle/>
        <a:p>
          <a:endParaRPr lang="de-DE"/>
        </a:p>
      </dgm:t>
    </dgm:pt>
    <dgm:pt modelId="{918D43BF-960D-47B4-9C14-170CB14FB50C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Ergebnisse</a:t>
          </a:r>
        </a:p>
      </dgm:t>
    </dgm:pt>
    <dgm:pt modelId="{40F61950-B28A-491F-8297-ADEE26AC3AAA}" type="parTrans" cxnId="{A8BE293A-5B57-4A59-ABF9-4F40CB55FF79}">
      <dgm:prSet/>
      <dgm:spPr/>
      <dgm:t>
        <a:bodyPr/>
        <a:lstStyle/>
        <a:p>
          <a:endParaRPr lang="de-DE"/>
        </a:p>
      </dgm:t>
    </dgm:pt>
    <dgm:pt modelId="{DE44C71F-6771-4C9B-913B-864533081BEC}" type="sibTrans" cxnId="{A8BE293A-5B57-4A59-ABF9-4F40CB55FF79}">
      <dgm:prSet/>
      <dgm:spPr/>
      <dgm:t>
        <a:bodyPr/>
        <a:lstStyle/>
        <a:p>
          <a:endParaRPr lang="de-DE"/>
        </a:p>
      </dgm:t>
    </dgm:pt>
    <dgm:pt modelId="{E8041164-1D0F-43E3-B0F8-ED3DFCE1B858}">
      <dgm:prSet phldrT="[Text]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de-DE" sz="1200" dirty="0">
              <a:latin typeface="Bahnschrift" panose="020B0502040204020203" pitchFamily="34" charset="0"/>
            </a:rPr>
            <a:t>Vergleich</a:t>
          </a:r>
        </a:p>
      </dgm:t>
    </dgm:pt>
    <dgm:pt modelId="{8D8B955C-9A20-422B-8B73-3BCED0F82075}" type="parTrans" cxnId="{C5D0FAC2-7DF2-49F3-A09B-9F8758622B6F}">
      <dgm:prSet/>
      <dgm:spPr/>
      <dgm:t>
        <a:bodyPr/>
        <a:lstStyle/>
        <a:p>
          <a:endParaRPr lang="de-DE"/>
        </a:p>
      </dgm:t>
    </dgm:pt>
    <dgm:pt modelId="{940853FC-738F-4241-A3BD-06F8D841F324}" type="sibTrans" cxnId="{C5D0FAC2-7DF2-49F3-A09B-9F8758622B6F}">
      <dgm:prSet/>
      <dgm:spPr/>
      <dgm:t>
        <a:bodyPr/>
        <a:lstStyle/>
        <a:p>
          <a:endParaRPr lang="de-DE"/>
        </a:p>
      </dgm:t>
    </dgm:pt>
    <dgm:pt modelId="{BB1D394A-EB63-4187-8D83-E6F8220B352F}" type="pres">
      <dgm:prSet presAssocID="{A77EC4D0-81D5-477F-8083-91CC9C029A27}" presName="Name0" presStyleCnt="0">
        <dgm:presLayoutVars>
          <dgm:dir/>
          <dgm:resizeHandles val="exact"/>
        </dgm:presLayoutVars>
      </dgm:prSet>
      <dgm:spPr/>
    </dgm:pt>
    <dgm:pt modelId="{9225BDB9-B4BC-402E-985E-33278C9CECD5}" type="pres">
      <dgm:prSet presAssocID="{6A551162-E6FF-4454-A7FA-50853A5100A9}" presName="parTxOnly" presStyleLbl="node1" presStyleIdx="0" presStyleCnt="4">
        <dgm:presLayoutVars>
          <dgm:bulletEnabled val="1"/>
        </dgm:presLayoutVars>
      </dgm:prSet>
      <dgm:spPr/>
    </dgm:pt>
    <dgm:pt modelId="{5ABB18FB-2C92-4E0B-A429-084757A707EB}" type="pres">
      <dgm:prSet presAssocID="{7208380F-595F-4603-8B4D-2E17D35F0E10}" presName="parSpace" presStyleCnt="0"/>
      <dgm:spPr/>
    </dgm:pt>
    <dgm:pt modelId="{9A500426-08D2-49D5-B23D-3EFBB0526F5A}" type="pres">
      <dgm:prSet presAssocID="{3BC8957A-48CA-469A-817C-8542B00EC959}" presName="parTxOnly" presStyleLbl="node1" presStyleIdx="1" presStyleCnt="4">
        <dgm:presLayoutVars>
          <dgm:bulletEnabled val="1"/>
        </dgm:presLayoutVars>
      </dgm:prSet>
      <dgm:spPr/>
    </dgm:pt>
    <dgm:pt modelId="{4ADAC951-7438-4440-9B96-E06A4F10298A}" type="pres">
      <dgm:prSet presAssocID="{1B3D0DB0-B6CF-473B-B330-3C3B18287C75}" presName="parSpace" presStyleCnt="0"/>
      <dgm:spPr/>
    </dgm:pt>
    <dgm:pt modelId="{5E801731-0466-4037-9939-C7ED04A389C9}" type="pres">
      <dgm:prSet presAssocID="{918D43BF-960D-47B4-9C14-170CB14FB50C}" presName="parTxOnly" presStyleLbl="node1" presStyleIdx="2" presStyleCnt="4" custLinFactNeighborX="-2988" custLinFactNeighborY="57122">
        <dgm:presLayoutVars>
          <dgm:bulletEnabled val="1"/>
        </dgm:presLayoutVars>
      </dgm:prSet>
      <dgm:spPr/>
    </dgm:pt>
    <dgm:pt modelId="{9BB02555-58A3-4D4C-B715-E2CD3B0ABD0A}" type="pres">
      <dgm:prSet presAssocID="{DE44C71F-6771-4C9B-913B-864533081BEC}" presName="parSpace" presStyleCnt="0"/>
      <dgm:spPr/>
    </dgm:pt>
    <dgm:pt modelId="{EEB39CBF-20C0-4882-805B-892E6929FB5A}" type="pres">
      <dgm:prSet presAssocID="{E8041164-1D0F-43E3-B0F8-ED3DFCE1B858}" presName="parTxOnly" presStyleLbl="node1" presStyleIdx="3" presStyleCnt="4" custLinFactNeighborX="499" custLinFactNeighborY="41128">
        <dgm:presLayoutVars>
          <dgm:bulletEnabled val="1"/>
        </dgm:presLayoutVars>
      </dgm:prSet>
      <dgm:spPr/>
    </dgm:pt>
  </dgm:ptLst>
  <dgm:cxnLst>
    <dgm:cxn modelId="{E491331F-A0DF-4F91-B7CE-9277FAC962A7}" type="presOf" srcId="{A77EC4D0-81D5-477F-8083-91CC9C029A27}" destId="{BB1D394A-EB63-4187-8D83-E6F8220B352F}" srcOrd="0" destOrd="0" presId="urn:microsoft.com/office/officeart/2005/8/layout/hChevron3"/>
    <dgm:cxn modelId="{08B42C31-EF9F-4996-BF78-776C4BBE42E6}" type="presOf" srcId="{3BC8957A-48CA-469A-817C-8542B00EC959}" destId="{9A500426-08D2-49D5-B23D-3EFBB0526F5A}" srcOrd="0" destOrd="0" presId="urn:microsoft.com/office/officeart/2005/8/layout/hChevron3"/>
    <dgm:cxn modelId="{A8BE293A-5B57-4A59-ABF9-4F40CB55FF79}" srcId="{A77EC4D0-81D5-477F-8083-91CC9C029A27}" destId="{918D43BF-960D-47B4-9C14-170CB14FB50C}" srcOrd="2" destOrd="0" parTransId="{40F61950-B28A-491F-8297-ADEE26AC3AAA}" sibTransId="{DE44C71F-6771-4C9B-913B-864533081BEC}"/>
    <dgm:cxn modelId="{DFA8233D-1A8B-4CBD-ADFA-2CDB45C3C5AD}" srcId="{A77EC4D0-81D5-477F-8083-91CC9C029A27}" destId="{3BC8957A-48CA-469A-817C-8542B00EC959}" srcOrd="1" destOrd="0" parTransId="{C01F38D2-8342-413C-B212-119C87FD6D2A}" sibTransId="{1B3D0DB0-B6CF-473B-B330-3C3B18287C75}"/>
    <dgm:cxn modelId="{490C5072-E909-4374-87F6-5DD74126EB28}" type="presOf" srcId="{6A551162-E6FF-4454-A7FA-50853A5100A9}" destId="{9225BDB9-B4BC-402E-985E-33278C9CECD5}" srcOrd="0" destOrd="0" presId="urn:microsoft.com/office/officeart/2005/8/layout/hChevron3"/>
    <dgm:cxn modelId="{0EE11B7F-BAE3-4906-82B5-6EB7093B6C3B}" type="presOf" srcId="{E8041164-1D0F-43E3-B0F8-ED3DFCE1B858}" destId="{EEB39CBF-20C0-4882-805B-892E6929FB5A}" srcOrd="0" destOrd="0" presId="urn:microsoft.com/office/officeart/2005/8/layout/hChevron3"/>
    <dgm:cxn modelId="{06B2A1A8-B482-4296-BCBD-7ED9958B20FA}" srcId="{A77EC4D0-81D5-477F-8083-91CC9C029A27}" destId="{6A551162-E6FF-4454-A7FA-50853A5100A9}" srcOrd="0" destOrd="0" parTransId="{80195E01-1008-48F2-B033-4A2267864F39}" sibTransId="{7208380F-595F-4603-8B4D-2E17D35F0E10}"/>
    <dgm:cxn modelId="{46C2E5B6-E66A-4286-A1DB-80F75B504862}" type="presOf" srcId="{918D43BF-960D-47B4-9C14-170CB14FB50C}" destId="{5E801731-0466-4037-9939-C7ED04A389C9}" srcOrd="0" destOrd="0" presId="urn:microsoft.com/office/officeart/2005/8/layout/hChevron3"/>
    <dgm:cxn modelId="{C5D0FAC2-7DF2-49F3-A09B-9F8758622B6F}" srcId="{A77EC4D0-81D5-477F-8083-91CC9C029A27}" destId="{E8041164-1D0F-43E3-B0F8-ED3DFCE1B858}" srcOrd="3" destOrd="0" parTransId="{8D8B955C-9A20-422B-8B73-3BCED0F82075}" sibTransId="{940853FC-738F-4241-A3BD-06F8D841F324}"/>
    <dgm:cxn modelId="{3A43BE55-120D-4D28-98A9-62F157919BF0}" type="presParOf" srcId="{BB1D394A-EB63-4187-8D83-E6F8220B352F}" destId="{9225BDB9-B4BC-402E-985E-33278C9CECD5}" srcOrd="0" destOrd="0" presId="urn:microsoft.com/office/officeart/2005/8/layout/hChevron3"/>
    <dgm:cxn modelId="{73DF8B7E-7B8C-4FAE-8B84-E2DE3D81D667}" type="presParOf" srcId="{BB1D394A-EB63-4187-8D83-E6F8220B352F}" destId="{5ABB18FB-2C92-4E0B-A429-084757A707EB}" srcOrd="1" destOrd="0" presId="urn:microsoft.com/office/officeart/2005/8/layout/hChevron3"/>
    <dgm:cxn modelId="{CD0FFB6D-0FA2-4B1B-82E1-B1F664C06A74}" type="presParOf" srcId="{BB1D394A-EB63-4187-8D83-E6F8220B352F}" destId="{9A500426-08D2-49D5-B23D-3EFBB0526F5A}" srcOrd="2" destOrd="0" presId="urn:microsoft.com/office/officeart/2005/8/layout/hChevron3"/>
    <dgm:cxn modelId="{405B0999-4E8B-4BA1-A381-4C701B87C7E6}" type="presParOf" srcId="{BB1D394A-EB63-4187-8D83-E6F8220B352F}" destId="{4ADAC951-7438-4440-9B96-E06A4F10298A}" srcOrd="3" destOrd="0" presId="urn:microsoft.com/office/officeart/2005/8/layout/hChevron3"/>
    <dgm:cxn modelId="{0DE48048-F718-40F1-9ED9-4AAE5C3BD210}" type="presParOf" srcId="{BB1D394A-EB63-4187-8D83-E6F8220B352F}" destId="{5E801731-0466-4037-9939-C7ED04A389C9}" srcOrd="4" destOrd="0" presId="urn:microsoft.com/office/officeart/2005/8/layout/hChevron3"/>
    <dgm:cxn modelId="{EA2E5849-1A3F-4CE5-9336-2A5D77066FAD}" type="presParOf" srcId="{BB1D394A-EB63-4187-8D83-E6F8220B352F}" destId="{9BB02555-58A3-4D4C-B715-E2CD3B0ABD0A}" srcOrd="5" destOrd="0" presId="urn:microsoft.com/office/officeart/2005/8/layout/hChevron3"/>
    <dgm:cxn modelId="{BBE6332B-357F-49E2-B73C-203BBED2BBA5}" type="presParOf" srcId="{BB1D394A-EB63-4187-8D83-E6F8220B352F}" destId="{EEB39CBF-20C0-4882-805B-892E6929FB5A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5BDB9-B4BC-402E-985E-33278C9CECD5}">
      <dsp:nvSpPr>
        <dsp:cNvPr id="0" name=""/>
        <dsp:cNvSpPr/>
      </dsp:nvSpPr>
      <dsp:spPr>
        <a:xfrm>
          <a:off x="3080" y="0"/>
          <a:ext cx="3091011" cy="404235"/>
        </a:xfrm>
        <a:prstGeom prst="homePlate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Fragestellung</a:t>
          </a:r>
        </a:p>
      </dsp:txBody>
      <dsp:txXfrm>
        <a:off x="3080" y="0"/>
        <a:ext cx="2989952" cy="404235"/>
      </dsp:txXfrm>
    </dsp:sp>
    <dsp:sp modelId="{9A500426-08D2-49D5-B23D-3EFBB0526F5A}">
      <dsp:nvSpPr>
        <dsp:cNvPr id="0" name=""/>
        <dsp:cNvSpPr/>
      </dsp:nvSpPr>
      <dsp:spPr>
        <a:xfrm>
          <a:off x="2475889" y="0"/>
          <a:ext cx="3091011" cy="404235"/>
        </a:xfrm>
        <a:prstGeom prst="chevron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Work Flow</a:t>
          </a:r>
        </a:p>
      </dsp:txBody>
      <dsp:txXfrm>
        <a:off x="2678007" y="0"/>
        <a:ext cx="2686776" cy="404235"/>
      </dsp:txXfrm>
    </dsp:sp>
    <dsp:sp modelId="{5E801731-0466-4037-9939-C7ED04A389C9}">
      <dsp:nvSpPr>
        <dsp:cNvPr id="0" name=""/>
        <dsp:cNvSpPr/>
      </dsp:nvSpPr>
      <dsp:spPr>
        <a:xfrm>
          <a:off x="4930226" y="0"/>
          <a:ext cx="3091011" cy="404235"/>
        </a:xfrm>
        <a:prstGeom prst="chevron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Ergebnisse</a:t>
          </a:r>
        </a:p>
      </dsp:txBody>
      <dsp:txXfrm>
        <a:off x="5132344" y="0"/>
        <a:ext cx="2686776" cy="404235"/>
      </dsp:txXfrm>
    </dsp:sp>
    <dsp:sp modelId="{EEB39CBF-20C0-4882-805B-892E6929FB5A}">
      <dsp:nvSpPr>
        <dsp:cNvPr id="0" name=""/>
        <dsp:cNvSpPr/>
      </dsp:nvSpPr>
      <dsp:spPr>
        <a:xfrm>
          <a:off x="7424588" y="0"/>
          <a:ext cx="3091011" cy="404235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Vergleich</a:t>
          </a:r>
        </a:p>
      </dsp:txBody>
      <dsp:txXfrm>
        <a:off x="7626706" y="0"/>
        <a:ext cx="2686776" cy="4042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5BDB9-B4BC-402E-985E-33278C9CECD5}">
      <dsp:nvSpPr>
        <dsp:cNvPr id="0" name=""/>
        <dsp:cNvSpPr/>
      </dsp:nvSpPr>
      <dsp:spPr>
        <a:xfrm>
          <a:off x="3080" y="0"/>
          <a:ext cx="3091011" cy="404235"/>
        </a:xfrm>
        <a:prstGeom prst="homePlate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Fragestellung</a:t>
          </a:r>
        </a:p>
      </dsp:txBody>
      <dsp:txXfrm>
        <a:off x="3080" y="0"/>
        <a:ext cx="2989952" cy="404235"/>
      </dsp:txXfrm>
    </dsp:sp>
    <dsp:sp modelId="{9A500426-08D2-49D5-B23D-3EFBB0526F5A}">
      <dsp:nvSpPr>
        <dsp:cNvPr id="0" name=""/>
        <dsp:cNvSpPr/>
      </dsp:nvSpPr>
      <dsp:spPr>
        <a:xfrm>
          <a:off x="2475889" y="0"/>
          <a:ext cx="3091011" cy="404235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Work Flow</a:t>
          </a:r>
        </a:p>
      </dsp:txBody>
      <dsp:txXfrm>
        <a:off x="2678007" y="0"/>
        <a:ext cx="2686776" cy="404235"/>
      </dsp:txXfrm>
    </dsp:sp>
    <dsp:sp modelId="{5E801731-0466-4037-9939-C7ED04A389C9}">
      <dsp:nvSpPr>
        <dsp:cNvPr id="0" name=""/>
        <dsp:cNvSpPr/>
      </dsp:nvSpPr>
      <dsp:spPr>
        <a:xfrm>
          <a:off x="4930226" y="0"/>
          <a:ext cx="3091011" cy="404235"/>
        </a:xfrm>
        <a:prstGeom prst="chevron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Ergebnisse</a:t>
          </a:r>
        </a:p>
      </dsp:txBody>
      <dsp:txXfrm>
        <a:off x="5132344" y="0"/>
        <a:ext cx="2686776" cy="404235"/>
      </dsp:txXfrm>
    </dsp:sp>
    <dsp:sp modelId="{EEB39CBF-20C0-4882-805B-892E6929FB5A}">
      <dsp:nvSpPr>
        <dsp:cNvPr id="0" name=""/>
        <dsp:cNvSpPr/>
      </dsp:nvSpPr>
      <dsp:spPr>
        <a:xfrm>
          <a:off x="7424588" y="0"/>
          <a:ext cx="3091011" cy="404235"/>
        </a:xfrm>
        <a:prstGeom prst="chevron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Vergleich</a:t>
          </a:r>
        </a:p>
      </dsp:txBody>
      <dsp:txXfrm>
        <a:off x="7626706" y="0"/>
        <a:ext cx="2686776" cy="4042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5BDB9-B4BC-402E-985E-33278C9CECD5}">
      <dsp:nvSpPr>
        <dsp:cNvPr id="0" name=""/>
        <dsp:cNvSpPr/>
      </dsp:nvSpPr>
      <dsp:spPr>
        <a:xfrm>
          <a:off x="3080" y="0"/>
          <a:ext cx="3091011" cy="404235"/>
        </a:xfrm>
        <a:prstGeom prst="homePlate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Fragestellung</a:t>
          </a:r>
        </a:p>
      </dsp:txBody>
      <dsp:txXfrm>
        <a:off x="3080" y="0"/>
        <a:ext cx="2989952" cy="404235"/>
      </dsp:txXfrm>
    </dsp:sp>
    <dsp:sp modelId="{9A500426-08D2-49D5-B23D-3EFBB0526F5A}">
      <dsp:nvSpPr>
        <dsp:cNvPr id="0" name=""/>
        <dsp:cNvSpPr/>
      </dsp:nvSpPr>
      <dsp:spPr>
        <a:xfrm>
          <a:off x="2475889" y="0"/>
          <a:ext cx="3091011" cy="404235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Work Flow</a:t>
          </a:r>
        </a:p>
      </dsp:txBody>
      <dsp:txXfrm>
        <a:off x="2678007" y="0"/>
        <a:ext cx="2686776" cy="404235"/>
      </dsp:txXfrm>
    </dsp:sp>
    <dsp:sp modelId="{5E801731-0466-4037-9939-C7ED04A389C9}">
      <dsp:nvSpPr>
        <dsp:cNvPr id="0" name=""/>
        <dsp:cNvSpPr/>
      </dsp:nvSpPr>
      <dsp:spPr>
        <a:xfrm>
          <a:off x="4930226" y="0"/>
          <a:ext cx="3091011" cy="404235"/>
        </a:xfrm>
        <a:prstGeom prst="chevron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Ergebnisse</a:t>
          </a:r>
        </a:p>
      </dsp:txBody>
      <dsp:txXfrm>
        <a:off x="5132344" y="0"/>
        <a:ext cx="2686776" cy="404235"/>
      </dsp:txXfrm>
    </dsp:sp>
    <dsp:sp modelId="{EEB39CBF-20C0-4882-805B-892E6929FB5A}">
      <dsp:nvSpPr>
        <dsp:cNvPr id="0" name=""/>
        <dsp:cNvSpPr/>
      </dsp:nvSpPr>
      <dsp:spPr>
        <a:xfrm>
          <a:off x="7424588" y="0"/>
          <a:ext cx="3091011" cy="404235"/>
        </a:xfrm>
        <a:prstGeom prst="chevron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Vergleich</a:t>
          </a:r>
        </a:p>
      </dsp:txBody>
      <dsp:txXfrm>
        <a:off x="7626706" y="0"/>
        <a:ext cx="2686776" cy="4042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5BDB9-B4BC-402E-985E-33278C9CECD5}">
      <dsp:nvSpPr>
        <dsp:cNvPr id="0" name=""/>
        <dsp:cNvSpPr/>
      </dsp:nvSpPr>
      <dsp:spPr>
        <a:xfrm>
          <a:off x="3080" y="0"/>
          <a:ext cx="3091011" cy="404235"/>
        </a:xfrm>
        <a:prstGeom prst="homePlate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Fragestellung</a:t>
          </a:r>
        </a:p>
      </dsp:txBody>
      <dsp:txXfrm>
        <a:off x="3080" y="0"/>
        <a:ext cx="2989952" cy="404235"/>
      </dsp:txXfrm>
    </dsp:sp>
    <dsp:sp modelId="{9A500426-08D2-49D5-B23D-3EFBB0526F5A}">
      <dsp:nvSpPr>
        <dsp:cNvPr id="0" name=""/>
        <dsp:cNvSpPr/>
      </dsp:nvSpPr>
      <dsp:spPr>
        <a:xfrm>
          <a:off x="2475889" y="0"/>
          <a:ext cx="3091011" cy="404235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Work Flow</a:t>
          </a:r>
        </a:p>
      </dsp:txBody>
      <dsp:txXfrm>
        <a:off x="2678007" y="0"/>
        <a:ext cx="2686776" cy="404235"/>
      </dsp:txXfrm>
    </dsp:sp>
    <dsp:sp modelId="{5E801731-0466-4037-9939-C7ED04A389C9}">
      <dsp:nvSpPr>
        <dsp:cNvPr id="0" name=""/>
        <dsp:cNvSpPr/>
      </dsp:nvSpPr>
      <dsp:spPr>
        <a:xfrm>
          <a:off x="4930226" y="0"/>
          <a:ext cx="3091011" cy="404235"/>
        </a:xfrm>
        <a:prstGeom prst="chevron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Ergebnisse</a:t>
          </a:r>
        </a:p>
      </dsp:txBody>
      <dsp:txXfrm>
        <a:off x="5132344" y="0"/>
        <a:ext cx="2686776" cy="404235"/>
      </dsp:txXfrm>
    </dsp:sp>
    <dsp:sp modelId="{EEB39CBF-20C0-4882-805B-892E6929FB5A}">
      <dsp:nvSpPr>
        <dsp:cNvPr id="0" name=""/>
        <dsp:cNvSpPr/>
      </dsp:nvSpPr>
      <dsp:spPr>
        <a:xfrm>
          <a:off x="7424588" y="0"/>
          <a:ext cx="3091011" cy="404235"/>
        </a:xfrm>
        <a:prstGeom prst="chevron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Vergleich</a:t>
          </a:r>
        </a:p>
      </dsp:txBody>
      <dsp:txXfrm>
        <a:off x="7626706" y="0"/>
        <a:ext cx="2686776" cy="40423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5BDB9-B4BC-402E-985E-33278C9CECD5}">
      <dsp:nvSpPr>
        <dsp:cNvPr id="0" name=""/>
        <dsp:cNvSpPr/>
      </dsp:nvSpPr>
      <dsp:spPr>
        <a:xfrm>
          <a:off x="3080" y="0"/>
          <a:ext cx="3091011" cy="404235"/>
        </a:xfrm>
        <a:prstGeom prst="homePlate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Fragestellung</a:t>
          </a:r>
        </a:p>
      </dsp:txBody>
      <dsp:txXfrm>
        <a:off x="3080" y="0"/>
        <a:ext cx="2989952" cy="404235"/>
      </dsp:txXfrm>
    </dsp:sp>
    <dsp:sp modelId="{9A500426-08D2-49D5-B23D-3EFBB0526F5A}">
      <dsp:nvSpPr>
        <dsp:cNvPr id="0" name=""/>
        <dsp:cNvSpPr/>
      </dsp:nvSpPr>
      <dsp:spPr>
        <a:xfrm>
          <a:off x="2475889" y="0"/>
          <a:ext cx="3091011" cy="404235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Work Flow</a:t>
          </a:r>
        </a:p>
      </dsp:txBody>
      <dsp:txXfrm>
        <a:off x="2678007" y="0"/>
        <a:ext cx="2686776" cy="404235"/>
      </dsp:txXfrm>
    </dsp:sp>
    <dsp:sp modelId="{5E801731-0466-4037-9939-C7ED04A389C9}">
      <dsp:nvSpPr>
        <dsp:cNvPr id="0" name=""/>
        <dsp:cNvSpPr/>
      </dsp:nvSpPr>
      <dsp:spPr>
        <a:xfrm>
          <a:off x="4930226" y="0"/>
          <a:ext cx="3091011" cy="404235"/>
        </a:xfrm>
        <a:prstGeom prst="chevron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Ergebnisse</a:t>
          </a:r>
        </a:p>
      </dsp:txBody>
      <dsp:txXfrm>
        <a:off x="5132344" y="0"/>
        <a:ext cx="2686776" cy="404235"/>
      </dsp:txXfrm>
    </dsp:sp>
    <dsp:sp modelId="{EEB39CBF-20C0-4882-805B-892E6929FB5A}">
      <dsp:nvSpPr>
        <dsp:cNvPr id="0" name=""/>
        <dsp:cNvSpPr/>
      </dsp:nvSpPr>
      <dsp:spPr>
        <a:xfrm>
          <a:off x="7424588" y="0"/>
          <a:ext cx="3091011" cy="404235"/>
        </a:xfrm>
        <a:prstGeom prst="chevron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Vergleich</a:t>
          </a:r>
        </a:p>
      </dsp:txBody>
      <dsp:txXfrm>
        <a:off x="7626706" y="0"/>
        <a:ext cx="2686776" cy="40423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5BDB9-B4BC-402E-985E-33278C9CECD5}">
      <dsp:nvSpPr>
        <dsp:cNvPr id="0" name=""/>
        <dsp:cNvSpPr/>
      </dsp:nvSpPr>
      <dsp:spPr>
        <a:xfrm>
          <a:off x="3080" y="0"/>
          <a:ext cx="3091011" cy="404235"/>
        </a:xfrm>
        <a:prstGeom prst="homePlate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Fragestellung</a:t>
          </a:r>
        </a:p>
      </dsp:txBody>
      <dsp:txXfrm>
        <a:off x="3080" y="0"/>
        <a:ext cx="2989952" cy="404235"/>
      </dsp:txXfrm>
    </dsp:sp>
    <dsp:sp modelId="{9A500426-08D2-49D5-B23D-3EFBB0526F5A}">
      <dsp:nvSpPr>
        <dsp:cNvPr id="0" name=""/>
        <dsp:cNvSpPr/>
      </dsp:nvSpPr>
      <dsp:spPr>
        <a:xfrm>
          <a:off x="2475889" y="0"/>
          <a:ext cx="3091011" cy="404235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Work Flow</a:t>
          </a:r>
        </a:p>
      </dsp:txBody>
      <dsp:txXfrm>
        <a:off x="2678007" y="0"/>
        <a:ext cx="2686776" cy="404235"/>
      </dsp:txXfrm>
    </dsp:sp>
    <dsp:sp modelId="{5E801731-0466-4037-9939-C7ED04A389C9}">
      <dsp:nvSpPr>
        <dsp:cNvPr id="0" name=""/>
        <dsp:cNvSpPr/>
      </dsp:nvSpPr>
      <dsp:spPr>
        <a:xfrm>
          <a:off x="4930226" y="0"/>
          <a:ext cx="3091011" cy="404235"/>
        </a:xfrm>
        <a:prstGeom prst="chevron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Ergebnisse</a:t>
          </a:r>
        </a:p>
      </dsp:txBody>
      <dsp:txXfrm>
        <a:off x="5132344" y="0"/>
        <a:ext cx="2686776" cy="404235"/>
      </dsp:txXfrm>
    </dsp:sp>
    <dsp:sp modelId="{EEB39CBF-20C0-4882-805B-892E6929FB5A}">
      <dsp:nvSpPr>
        <dsp:cNvPr id="0" name=""/>
        <dsp:cNvSpPr/>
      </dsp:nvSpPr>
      <dsp:spPr>
        <a:xfrm>
          <a:off x="7424588" y="0"/>
          <a:ext cx="3091011" cy="404235"/>
        </a:xfrm>
        <a:prstGeom prst="chevron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Vergleich</a:t>
          </a:r>
        </a:p>
      </dsp:txBody>
      <dsp:txXfrm>
        <a:off x="7626706" y="0"/>
        <a:ext cx="2686776" cy="4042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5BDB9-B4BC-402E-985E-33278C9CECD5}">
      <dsp:nvSpPr>
        <dsp:cNvPr id="0" name=""/>
        <dsp:cNvSpPr/>
      </dsp:nvSpPr>
      <dsp:spPr>
        <a:xfrm>
          <a:off x="3080" y="0"/>
          <a:ext cx="3091011" cy="404235"/>
        </a:xfrm>
        <a:prstGeom prst="homePlate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Fragestellung</a:t>
          </a:r>
        </a:p>
      </dsp:txBody>
      <dsp:txXfrm>
        <a:off x="3080" y="0"/>
        <a:ext cx="2989952" cy="404235"/>
      </dsp:txXfrm>
    </dsp:sp>
    <dsp:sp modelId="{9A500426-08D2-49D5-B23D-3EFBB0526F5A}">
      <dsp:nvSpPr>
        <dsp:cNvPr id="0" name=""/>
        <dsp:cNvSpPr/>
      </dsp:nvSpPr>
      <dsp:spPr>
        <a:xfrm>
          <a:off x="2475889" y="0"/>
          <a:ext cx="3091011" cy="404235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Work Flow</a:t>
          </a:r>
        </a:p>
      </dsp:txBody>
      <dsp:txXfrm>
        <a:off x="2678007" y="0"/>
        <a:ext cx="2686776" cy="404235"/>
      </dsp:txXfrm>
    </dsp:sp>
    <dsp:sp modelId="{5E801731-0466-4037-9939-C7ED04A389C9}">
      <dsp:nvSpPr>
        <dsp:cNvPr id="0" name=""/>
        <dsp:cNvSpPr/>
      </dsp:nvSpPr>
      <dsp:spPr>
        <a:xfrm>
          <a:off x="4930226" y="0"/>
          <a:ext cx="3091011" cy="404235"/>
        </a:xfrm>
        <a:prstGeom prst="chevron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Ergebnisse</a:t>
          </a:r>
        </a:p>
      </dsp:txBody>
      <dsp:txXfrm>
        <a:off x="5132344" y="0"/>
        <a:ext cx="2686776" cy="404235"/>
      </dsp:txXfrm>
    </dsp:sp>
    <dsp:sp modelId="{EEB39CBF-20C0-4882-805B-892E6929FB5A}">
      <dsp:nvSpPr>
        <dsp:cNvPr id="0" name=""/>
        <dsp:cNvSpPr/>
      </dsp:nvSpPr>
      <dsp:spPr>
        <a:xfrm>
          <a:off x="7424588" y="0"/>
          <a:ext cx="3091011" cy="404235"/>
        </a:xfrm>
        <a:prstGeom prst="chevron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Vergleich</a:t>
          </a:r>
        </a:p>
      </dsp:txBody>
      <dsp:txXfrm>
        <a:off x="7626706" y="0"/>
        <a:ext cx="2686776" cy="40423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5BDB9-B4BC-402E-985E-33278C9CECD5}">
      <dsp:nvSpPr>
        <dsp:cNvPr id="0" name=""/>
        <dsp:cNvSpPr/>
      </dsp:nvSpPr>
      <dsp:spPr>
        <a:xfrm>
          <a:off x="3080" y="0"/>
          <a:ext cx="3091011" cy="404235"/>
        </a:xfrm>
        <a:prstGeom prst="homePlate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Fragestellung</a:t>
          </a:r>
        </a:p>
      </dsp:txBody>
      <dsp:txXfrm>
        <a:off x="3080" y="0"/>
        <a:ext cx="2989952" cy="404235"/>
      </dsp:txXfrm>
    </dsp:sp>
    <dsp:sp modelId="{9A500426-08D2-49D5-B23D-3EFBB0526F5A}">
      <dsp:nvSpPr>
        <dsp:cNvPr id="0" name=""/>
        <dsp:cNvSpPr/>
      </dsp:nvSpPr>
      <dsp:spPr>
        <a:xfrm>
          <a:off x="2475889" y="0"/>
          <a:ext cx="3091011" cy="404235"/>
        </a:xfrm>
        <a:prstGeom prst="chevron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Work Flow</a:t>
          </a:r>
        </a:p>
      </dsp:txBody>
      <dsp:txXfrm>
        <a:off x="2678007" y="0"/>
        <a:ext cx="2686776" cy="404235"/>
      </dsp:txXfrm>
    </dsp:sp>
    <dsp:sp modelId="{5E801731-0466-4037-9939-C7ED04A389C9}">
      <dsp:nvSpPr>
        <dsp:cNvPr id="0" name=""/>
        <dsp:cNvSpPr/>
      </dsp:nvSpPr>
      <dsp:spPr>
        <a:xfrm>
          <a:off x="4930226" y="0"/>
          <a:ext cx="3091011" cy="404235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Ergebnisse</a:t>
          </a:r>
        </a:p>
      </dsp:txBody>
      <dsp:txXfrm>
        <a:off x="5132344" y="0"/>
        <a:ext cx="2686776" cy="404235"/>
      </dsp:txXfrm>
    </dsp:sp>
    <dsp:sp modelId="{EEB39CBF-20C0-4882-805B-892E6929FB5A}">
      <dsp:nvSpPr>
        <dsp:cNvPr id="0" name=""/>
        <dsp:cNvSpPr/>
      </dsp:nvSpPr>
      <dsp:spPr>
        <a:xfrm>
          <a:off x="7424588" y="0"/>
          <a:ext cx="3091011" cy="404235"/>
        </a:xfrm>
        <a:prstGeom prst="chevron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Vergleich</a:t>
          </a:r>
        </a:p>
      </dsp:txBody>
      <dsp:txXfrm>
        <a:off x="7626706" y="0"/>
        <a:ext cx="2686776" cy="40423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5BDB9-B4BC-402E-985E-33278C9CECD5}">
      <dsp:nvSpPr>
        <dsp:cNvPr id="0" name=""/>
        <dsp:cNvSpPr/>
      </dsp:nvSpPr>
      <dsp:spPr>
        <a:xfrm>
          <a:off x="3080" y="0"/>
          <a:ext cx="3091011" cy="404235"/>
        </a:xfrm>
        <a:prstGeom prst="homePlate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Fragestellung</a:t>
          </a:r>
        </a:p>
      </dsp:txBody>
      <dsp:txXfrm>
        <a:off x="3080" y="0"/>
        <a:ext cx="2989952" cy="404235"/>
      </dsp:txXfrm>
    </dsp:sp>
    <dsp:sp modelId="{9A500426-08D2-49D5-B23D-3EFBB0526F5A}">
      <dsp:nvSpPr>
        <dsp:cNvPr id="0" name=""/>
        <dsp:cNvSpPr/>
      </dsp:nvSpPr>
      <dsp:spPr>
        <a:xfrm>
          <a:off x="2475889" y="0"/>
          <a:ext cx="3091011" cy="404235"/>
        </a:xfrm>
        <a:prstGeom prst="chevron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Work Flow</a:t>
          </a:r>
        </a:p>
      </dsp:txBody>
      <dsp:txXfrm>
        <a:off x="2678007" y="0"/>
        <a:ext cx="2686776" cy="404235"/>
      </dsp:txXfrm>
    </dsp:sp>
    <dsp:sp modelId="{5E801731-0466-4037-9939-C7ED04A389C9}">
      <dsp:nvSpPr>
        <dsp:cNvPr id="0" name=""/>
        <dsp:cNvSpPr/>
      </dsp:nvSpPr>
      <dsp:spPr>
        <a:xfrm>
          <a:off x="4930226" y="0"/>
          <a:ext cx="3091011" cy="404235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Ergebnisse</a:t>
          </a:r>
        </a:p>
      </dsp:txBody>
      <dsp:txXfrm>
        <a:off x="5132344" y="0"/>
        <a:ext cx="2686776" cy="404235"/>
      </dsp:txXfrm>
    </dsp:sp>
    <dsp:sp modelId="{EEB39CBF-20C0-4882-805B-892E6929FB5A}">
      <dsp:nvSpPr>
        <dsp:cNvPr id="0" name=""/>
        <dsp:cNvSpPr/>
      </dsp:nvSpPr>
      <dsp:spPr>
        <a:xfrm>
          <a:off x="7424588" y="0"/>
          <a:ext cx="3091011" cy="404235"/>
        </a:xfrm>
        <a:prstGeom prst="chevron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Vergleich</a:t>
          </a:r>
        </a:p>
      </dsp:txBody>
      <dsp:txXfrm>
        <a:off x="7626706" y="0"/>
        <a:ext cx="2686776" cy="40423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5BDB9-B4BC-402E-985E-33278C9CECD5}">
      <dsp:nvSpPr>
        <dsp:cNvPr id="0" name=""/>
        <dsp:cNvSpPr/>
      </dsp:nvSpPr>
      <dsp:spPr>
        <a:xfrm>
          <a:off x="3080" y="0"/>
          <a:ext cx="3091011" cy="404235"/>
        </a:xfrm>
        <a:prstGeom prst="homePlate">
          <a:avLst/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Fragestellung</a:t>
          </a:r>
        </a:p>
      </dsp:txBody>
      <dsp:txXfrm>
        <a:off x="3080" y="0"/>
        <a:ext cx="2989952" cy="404235"/>
      </dsp:txXfrm>
    </dsp:sp>
    <dsp:sp modelId="{9A500426-08D2-49D5-B23D-3EFBB0526F5A}">
      <dsp:nvSpPr>
        <dsp:cNvPr id="0" name=""/>
        <dsp:cNvSpPr/>
      </dsp:nvSpPr>
      <dsp:spPr>
        <a:xfrm>
          <a:off x="2475889" y="0"/>
          <a:ext cx="3091011" cy="404235"/>
        </a:xfrm>
        <a:prstGeom prst="chevron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Work Flow</a:t>
          </a:r>
        </a:p>
      </dsp:txBody>
      <dsp:txXfrm>
        <a:off x="2678007" y="0"/>
        <a:ext cx="2686776" cy="404235"/>
      </dsp:txXfrm>
    </dsp:sp>
    <dsp:sp modelId="{5E801731-0466-4037-9939-C7ED04A389C9}">
      <dsp:nvSpPr>
        <dsp:cNvPr id="0" name=""/>
        <dsp:cNvSpPr/>
      </dsp:nvSpPr>
      <dsp:spPr>
        <a:xfrm>
          <a:off x="4930226" y="0"/>
          <a:ext cx="3091011" cy="404235"/>
        </a:xfrm>
        <a:prstGeom prst="chevron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Ergebnisse</a:t>
          </a:r>
        </a:p>
      </dsp:txBody>
      <dsp:txXfrm>
        <a:off x="5132344" y="0"/>
        <a:ext cx="2686776" cy="404235"/>
      </dsp:txXfrm>
    </dsp:sp>
    <dsp:sp modelId="{EEB39CBF-20C0-4882-805B-892E6929FB5A}">
      <dsp:nvSpPr>
        <dsp:cNvPr id="0" name=""/>
        <dsp:cNvSpPr/>
      </dsp:nvSpPr>
      <dsp:spPr>
        <a:xfrm>
          <a:off x="7424588" y="0"/>
          <a:ext cx="3091011" cy="404235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>
              <a:latin typeface="Bahnschrift" panose="020B0502040204020203" pitchFamily="34" charset="0"/>
            </a:rPr>
            <a:t>Vergleich</a:t>
          </a:r>
        </a:p>
      </dsp:txBody>
      <dsp:txXfrm>
        <a:off x="7626706" y="0"/>
        <a:ext cx="2686776" cy="4042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2819E-D59F-4492-8B42-32657B9F480C}" type="datetimeFigureOut">
              <a:rPr lang="de-DE" smtClean="0"/>
              <a:t>25.09.2026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262231-3F01-4B82-819F-5E401E696C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44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DGM aus über 200 </a:t>
            </a:r>
            <a:r>
              <a:rPr lang="de-DE" dirty="0" err="1"/>
              <a:t>tiles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Mosaic</a:t>
            </a:r>
            <a:r>
              <a:rPr lang="de-DE" dirty="0"/>
              <a:t> Dataset</a:t>
            </a:r>
          </a:p>
          <a:p>
            <a:pPr marL="171450" indent="-171450">
              <a:buFontTx/>
              <a:buChar char="-"/>
            </a:pPr>
            <a:r>
              <a:rPr lang="de-DE" dirty="0"/>
              <a:t>1m x 1m </a:t>
            </a:r>
            <a:r>
              <a:rPr lang="de-DE" dirty="0" err="1"/>
              <a:t>cell</a:t>
            </a:r>
            <a:r>
              <a:rPr lang="de-DE" dirty="0"/>
              <a:t> </a:t>
            </a:r>
            <a:r>
              <a:rPr lang="de-DE" dirty="0" err="1"/>
              <a:t>size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/>
              <a:t>Lange Verarbeitungszeit</a:t>
            </a:r>
            <a:endParaRPr lang="de-DE" dirty="0"/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Für Köln und Düsseldorf noch </a:t>
            </a:r>
            <a:r>
              <a:rPr lang="de-DE" dirty="0" err="1"/>
              <a:t>deutich</a:t>
            </a:r>
            <a:r>
              <a:rPr lang="de-DE" dirty="0"/>
              <a:t> größer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62231-3F01-4B82-819F-5E401E696C53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039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216BF9-D65C-4360-839B-1129697422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AAD8190-2B5B-4ED0-A2CA-6B7755AF4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64904A-A300-41CA-9E5F-01C07F6E6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DFFD-0E7B-4113-8C47-EFA8C562ED9A}" type="datetime1">
              <a:rPr lang="de-DE" smtClean="0"/>
              <a:t>25.09.2026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9A8B6F-034B-40DB-973B-BDEC0998A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4743C3-C4D2-4C95-A0BF-75624A5FF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2FA5E-2CCD-4280-9D15-1B21A715F9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335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8B817F-CEAD-4905-90AB-75CBB26F3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712C18-8D35-4FC6-9F99-0117A6B2B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12493B-D0A8-4811-B268-ACD0D6EBA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9D18A-3470-4CC8-9E70-958758B5E1DE}" type="datetime1">
              <a:rPr lang="de-DE" smtClean="0"/>
              <a:t>25.09.2026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DF7033-9063-41A4-90BB-0974433DB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367A5E-DB4C-4F01-B0F3-7AE5C857A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2FA5E-2CCD-4280-9D15-1B21A715F9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2849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F0A135-0577-46EC-AB21-60B7E4F7A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672DA0-51A6-459B-B4F3-7FDF1E112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92038C-4778-456B-B9AC-4CDB23CB6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2ED6-A370-40FB-A805-C1E78723E10F}" type="datetime1">
              <a:rPr lang="de-DE" smtClean="0"/>
              <a:t>25.09.2026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2FD146-463E-4AA3-AF9D-8B67BEC50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42CE0C-F0F9-4C04-83AD-B1018DA61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2FA5E-2CCD-4280-9D15-1B21A715F9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2359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F2FB9D-A90A-49FD-A243-F2518CB66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1BAFD7-225F-4AD8-86CC-8EA747A730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1E83F15-A554-4A6B-88C7-648B6FBCE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FDD8B23-D03A-46A7-B4BC-1C09072DF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7A48-988C-4572-9746-2500DD656276}" type="datetime1">
              <a:rPr lang="de-DE" smtClean="0"/>
              <a:t>25.09.2026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E6ABE3E-568B-49D0-B5FF-3D18F9DA4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947BAD9-B385-4387-945D-649F5BA66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2FA5E-2CCD-4280-9D15-1B21A715F9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9039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EBBA9D-B97E-4492-916C-E305DA04D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EC085B-B82F-4D87-9D5A-C6B3EB104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EB7F2ED-D89B-4E00-9169-9618875BC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1CF09D-3E3B-4935-BD7B-98D489EA78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0E468B8-4644-4273-842F-BA83A50CB6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1ECA118-7ED0-44D7-B8D5-8DCCC9CA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38ED1-412C-4491-8057-8A480C356A07}" type="datetime1">
              <a:rPr lang="de-DE" smtClean="0"/>
              <a:t>25.09.2026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AB2D041-90F3-4371-BD56-B6567185D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8FCE15D-5235-459D-A394-D258484B6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2FA5E-2CCD-4280-9D15-1B21A715F9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9624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59C09E-BB08-468B-9A9A-A1D363BC6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71AA18B-A117-4E59-A5FA-5F2978529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369CD-625B-4EE5-8D28-6E8849730AA9}" type="datetime1">
              <a:rPr lang="de-DE" smtClean="0"/>
              <a:t>25.09.2026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C846C5-CD47-419E-B35B-E66055DB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F9CCEC3-4CAB-47A2-BA04-383DAFB98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2FA5E-2CCD-4280-9D15-1B21A715F9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7616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15516C7-BC35-492F-9EC5-6BB6F8BBA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A394-1DB8-4ADD-A178-2768E6207379}" type="datetime1">
              <a:rPr lang="de-DE" smtClean="0"/>
              <a:t>25.09.2026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DB4427E-6690-45FB-AB17-0DC01C55E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F34554E-3C2A-41E7-AEBD-CE7C4CBE2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2FA5E-2CCD-4280-9D15-1B21A715F9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3239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FE1A1B-3271-4AC2-BEEE-34CCB4DC9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255D02-2FFC-4F0B-B53D-D09773936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3428967-7188-4591-BF63-4B0A1F69A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81615FB-1F2A-423C-8B0F-454889469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15A3-B84B-4CC3-9C36-D910C209E1CC}" type="datetime1">
              <a:rPr lang="de-DE" smtClean="0"/>
              <a:t>25.09.2026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908798A-66F4-4B3E-BF47-B707F4B6E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158F642-F08F-447C-AC75-90FFD83AB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2FA5E-2CCD-4280-9D15-1B21A715F9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6821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E0ACC0-E3F1-4B7D-874E-D4FB8E2AC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7B3EEF-D98D-4EE1-87B0-3D4A32D76B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8A4E7B0-20B4-4BA4-8ED0-D78F09935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ECCABC7-0B14-408E-BEA1-324039297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3A04-85B4-4FB6-9D5D-BB61DABBB86A}" type="datetime1">
              <a:rPr lang="de-DE" smtClean="0"/>
              <a:t>25.09.2026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4D2C441-E211-4EBE-AF85-EFBEF2E5C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B9BE178-05F5-4933-B4E3-990148442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2FA5E-2CCD-4280-9D15-1B21A715F9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8702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7473E3-DC8E-4FC5-B846-E00678A78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5B24A11-5416-4CAD-BABC-D45372501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A4E6F0-B9B1-4D07-B9EF-FC9695C18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3E880-0C95-4FFE-918C-EBB08208BC91}" type="datetime1">
              <a:rPr lang="de-DE" smtClean="0"/>
              <a:t>25.09.2026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ED862A-1D69-4C56-9D73-5C2DD63F7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CEF93A2-8643-4D33-AF09-7500BE77B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2FA5E-2CCD-4280-9D15-1B21A715F9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8949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62E5F9B-8ACD-4B4E-B346-E6F1BD4A44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0CE9E2A-99ED-4C70-8787-3CC516785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AC4EED-D275-4F77-A1EA-C2E94B28C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C975-F908-4C00-9DAB-00026C48DAF6}" type="datetime1">
              <a:rPr lang="de-DE" smtClean="0"/>
              <a:t>25.09.2026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8157A3-DC8C-4656-97A1-3A07DD0F6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CA5D09-3748-442F-9876-E92F6F585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2FA5E-2CCD-4280-9D15-1B21A715F9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911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E05EB40-D08F-408C-86A2-679808098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5DEF23-52DF-40FE-BFCC-EF5778EEC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7B4B4F-CAD4-4A31-83A8-1CAFBFFB68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70D3F-D6BA-4CA6-9172-1B6EF3D968C6}" type="datetime1">
              <a:rPr lang="de-DE" smtClean="0"/>
              <a:t>25.09.2026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BFBEB5-C531-4F73-BAEB-9A3140310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70A6DB-E1A2-4497-BA39-06DBF30CD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2FA5E-2CCD-4280-9D15-1B21A715F9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6098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2.xml"/><Relationship Id="rId7" Type="http://schemas.openxmlformats.org/officeDocument/2006/relationships/hyperlink" Target="https://opendata.dwd.de/climate_environment/CDC/grids_germany/return_periods/precipitation/KOSTRA/KOSTRA_DWD_2020/tab/" TargetMode="Externa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4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7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8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10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openxmlformats.org/officeDocument/2006/relationships/image" Target="../media/image14.PNG"/><Relationship Id="rId5" Type="http://schemas.openxmlformats.org/officeDocument/2006/relationships/diagramColors" Target="../diagrams/colors5.xml"/><Relationship Id="rId10" Type="http://schemas.openxmlformats.org/officeDocument/2006/relationships/image" Target="../media/image13.PNG"/><Relationship Id="rId4" Type="http://schemas.openxmlformats.org/officeDocument/2006/relationships/diagramQuickStyle" Target="../diagrams/quickStyle5.xml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15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18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geoportal.udp.bonn.de/portal/master/index.html" TargetMode="External"/><Relationship Id="rId3" Type="http://schemas.openxmlformats.org/officeDocument/2006/relationships/diagramLayout" Target="../diagrams/layout10.xml"/><Relationship Id="rId7" Type="http://schemas.openxmlformats.org/officeDocument/2006/relationships/image" Target="../media/image19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BED31C40-CB7E-4ED2-8600-12CFF8BC89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41BD3F4-DB63-4B83-801D-C6FBE1DE5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1542" y="976544"/>
            <a:ext cx="10528916" cy="2370338"/>
          </a:xfrm>
        </p:spPr>
        <p:txBody>
          <a:bodyPr>
            <a:normAutofit/>
          </a:bodyPr>
          <a:lstStyle/>
          <a:p>
            <a:r>
              <a:rPr lang="de-DE" b="1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bg1"/>
                </a:solidFill>
                <a:latin typeface="Bahnschrift Condensed" panose="020B0502040204020203" pitchFamily="34" charset="0"/>
              </a:rPr>
              <a:t>Pluviale Überschwemmungen in Bonn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091D3C6-0466-4DB1-A9A4-8EED94D8C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5309" y="3706428"/>
            <a:ext cx="9901382" cy="1551372"/>
          </a:xfrm>
          <a:ln>
            <a:noFill/>
          </a:ln>
        </p:spPr>
        <p:txBody>
          <a:bodyPr>
            <a:normAutofit/>
          </a:bodyPr>
          <a:lstStyle/>
          <a:p>
            <a:r>
              <a:rPr lang="de-DE" sz="2800" b="1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3D-Simulation regen-induzierter Überschwemmungen im Bonner Stadtgebiet</a:t>
            </a:r>
          </a:p>
          <a:p>
            <a:endParaRPr lang="de-DE" sz="2000" b="1" dirty="0">
              <a:solidFill>
                <a:schemeClr val="accent1">
                  <a:lumMod val="50000"/>
                </a:schemeClr>
              </a:solidFill>
              <a:latin typeface="Bahnschrift Condensed" panose="020B0502040204020203" pitchFamily="34" charset="0"/>
            </a:endParaRPr>
          </a:p>
          <a:p>
            <a:r>
              <a:rPr lang="de-DE" sz="1300" b="1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Durchgeführt in ArcGIS Pro von Lara Bedrich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7A11E0-9BDC-460E-A716-3A8CA902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2FA5E-2CCD-4280-9D15-1B21A715F92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4644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57838F-DC84-4E39-8F2B-F58A1F97F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>
                <a:latin typeface="Bahnschrift Condensed" panose="020B0502040204020203" pitchFamily="34" charset="0"/>
              </a:rPr>
              <a:t>Fragestellung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C4DD0402-34EC-4FF0-AC3E-8676DC9186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143534"/>
              </p:ext>
            </p:extLst>
          </p:nvPr>
        </p:nvGraphicFramePr>
        <p:xfrm>
          <a:off x="838200" y="6132944"/>
          <a:ext cx="10515600" cy="404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B2E79CA-31E2-470E-A6AF-FBED23880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2435" y="6172054"/>
            <a:ext cx="334819" cy="365125"/>
          </a:xfrm>
        </p:spPr>
        <p:txBody>
          <a:bodyPr/>
          <a:lstStyle/>
          <a:p>
            <a:fld id="{0042FA5E-2CCD-4280-9D15-1B21A715F925}" type="slidenum">
              <a:rPr lang="de-DE" smtClean="0"/>
              <a:t>2</a:t>
            </a:fld>
            <a:endParaRPr lang="de-DE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05C1686-90FE-447B-89E7-3AA5E22E1C12}"/>
              </a:ext>
            </a:extLst>
          </p:cNvPr>
          <p:cNvSpPr txBox="1"/>
          <p:nvPr/>
        </p:nvSpPr>
        <p:spPr>
          <a:xfrm>
            <a:off x="773545" y="1542906"/>
            <a:ext cx="10515600" cy="1747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de-DE" sz="12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Ursprüngliche Fragen: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de-DE" sz="12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Wie gut lassen sich Auswirkungen von Überschwemmungen durch 3D-Simulationen veranschaulichen?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de-DE" sz="12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Wie sieht eine </a:t>
            </a:r>
            <a:r>
              <a:rPr lang="de-DE" sz="1200" dirty="0">
                <a:highlight>
                  <a:srgbClr val="00FFFF"/>
                </a:highlight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Starkregen-Gefahrenkarte</a:t>
            </a:r>
            <a:r>
              <a:rPr lang="de-DE" sz="12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und eine </a:t>
            </a:r>
            <a:r>
              <a:rPr lang="de-DE" sz="1200" dirty="0">
                <a:highlight>
                  <a:srgbClr val="00FFFF"/>
                </a:highlight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Hochwasser-Gefahrenkarte</a:t>
            </a:r>
            <a:r>
              <a:rPr lang="de-DE" sz="12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für </a:t>
            </a:r>
            <a:r>
              <a:rPr lang="de-DE" sz="1200" dirty="0">
                <a:highlight>
                  <a:srgbClr val="00FFFF"/>
                </a:highlight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Bonn, Köln &amp; Düsseldorf </a:t>
            </a:r>
            <a:r>
              <a:rPr lang="de-DE" sz="12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aus?</a:t>
            </a:r>
            <a:endParaRPr lang="de-DE" sz="1200" dirty="0"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de-DE" sz="12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 w</a:t>
            </a:r>
            <a:r>
              <a:rPr lang="de-DE" sz="12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ie unterscheiden sich verschiedene Überschwemmungsarten </a:t>
            </a:r>
            <a:r>
              <a:rPr lang="de-DE" sz="1200" dirty="0">
                <a:effectLst/>
                <a:highlight>
                  <a:srgbClr val="00FFFF"/>
                </a:highlight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(pluvial &amp; fluvial) </a:t>
            </a:r>
            <a:r>
              <a:rPr lang="de-DE" sz="12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sowie verschiedene Intensitäten von Überschwemmungen (z.B. Jahrhundertflut) in ihrem Ausmaß </a:t>
            </a:r>
            <a:r>
              <a:rPr lang="de-DE" sz="1200" dirty="0">
                <a:effectLst/>
                <a:highlight>
                  <a:srgbClr val="00FFFF"/>
                </a:highlight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verschiedenen Städten entlang des Rheins</a:t>
            </a:r>
            <a:r>
              <a:rPr lang="de-DE" sz="12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42BB95A-E2D5-48F3-A6BC-E2D92F67293C}"/>
              </a:ext>
            </a:extLst>
          </p:cNvPr>
          <p:cNvSpPr txBox="1"/>
          <p:nvPr/>
        </p:nvSpPr>
        <p:spPr>
          <a:xfrm>
            <a:off x="773545" y="3613376"/>
            <a:ext cx="10515600" cy="1827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de-DE" sz="16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Abgewandelte Fragen: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de-DE" sz="1600" b="1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Wie gut lassen sich Auswirkungen von Überschwemmungen durch 3D-Simulationen veranschaulichen?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de-DE" sz="1600" b="1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Wie sieht eine </a:t>
            </a:r>
            <a:r>
              <a:rPr lang="de-DE" sz="1600" b="1" dirty="0">
                <a:highlight>
                  <a:srgbClr val="00FFFF"/>
                </a:highlight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Starkregen-Gefahrenkarte für Bonn </a:t>
            </a:r>
            <a:r>
              <a:rPr lang="de-DE" sz="1600" b="1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aus / welche Bereiche sind besonders betroffen?</a:t>
            </a:r>
            <a:endParaRPr lang="de-DE" sz="1600" b="1" dirty="0"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de-DE" sz="1600" b="1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Wie unterscheidet sich das Ausmaß von </a:t>
            </a:r>
            <a:r>
              <a:rPr lang="de-DE" sz="1600" b="1" dirty="0">
                <a:effectLst/>
                <a:highlight>
                  <a:srgbClr val="00FFFF"/>
                </a:highlight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pluvialen</a:t>
            </a:r>
            <a:r>
              <a:rPr lang="de-DE" sz="1600" b="1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Überschwemmungen bei </a:t>
            </a:r>
            <a:r>
              <a:rPr lang="de-DE" sz="1600" b="1" dirty="0">
                <a:effectLst/>
                <a:highlight>
                  <a:srgbClr val="00FFFF"/>
                </a:highlight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unterschiedlicher Dauer in Bonn</a:t>
            </a:r>
            <a:r>
              <a:rPr lang="de-DE" sz="1600" b="1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5754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57838F-DC84-4E39-8F2B-F58A1F97F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>
                <a:latin typeface="Bahnschrift Condensed" panose="020B0502040204020203" pitchFamily="34" charset="0"/>
              </a:rPr>
              <a:t>Work Flow – Daten beschaffen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C4DD0402-34EC-4FF0-AC3E-8676DC9186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5913401"/>
              </p:ext>
            </p:extLst>
          </p:nvPr>
        </p:nvGraphicFramePr>
        <p:xfrm>
          <a:off x="838200" y="6132944"/>
          <a:ext cx="10515600" cy="404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B2E79CA-31E2-470E-A6AF-FBED23880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2435" y="6172054"/>
            <a:ext cx="334819" cy="365125"/>
          </a:xfrm>
        </p:spPr>
        <p:txBody>
          <a:bodyPr/>
          <a:lstStyle/>
          <a:p>
            <a:fld id="{0042FA5E-2CCD-4280-9D15-1B21A715F925}" type="slidenum">
              <a:rPr lang="de-DE" smtClean="0"/>
              <a:t>3</a:t>
            </a:fld>
            <a:endParaRPr lang="de-DE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05C1686-90FE-447B-89E7-3AA5E22E1C12}"/>
              </a:ext>
            </a:extLst>
          </p:cNvPr>
          <p:cNvSpPr txBox="1"/>
          <p:nvPr/>
        </p:nvSpPr>
        <p:spPr>
          <a:xfrm>
            <a:off x="773545" y="1690688"/>
            <a:ext cx="10515600" cy="3641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de-DE" sz="1600" dirty="0" err="1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GEOportal.NRW</a:t>
            </a:r>
            <a:r>
              <a:rPr lang="de-DE" sz="16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(DGM, DOM, Gebäude, Straßen, Verwaltungsgrenzen)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endParaRPr lang="de-DE" sz="1400" dirty="0"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de-DE" sz="1600" dirty="0" err="1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WorldCover</a:t>
            </a:r>
            <a:r>
              <a:rPr lang="de-DE" sz="16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Viewer von der ESA (Klassifikation der Landschaftsbedeckung)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endParaRPr lang="de-DE" sz="1400" dirty="0"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endParaRPr lang="de-DE" sz="1400" dirty="0"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de-DE" sz="16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KOSTRA-DWD </a:t>
            </a: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de-DE" sz="1200" b="1" dirty="0">
                <a:latin typeface="Bahnschrift" panose="020B0502040204020203" pitchFamily="34" charset="0"/>
              </a:rPr>
              <a:t>KOSTRA </a:t>
            </a:r>
            <a:r>
              <a:rPr lang="de-DE" sz="1200" dirty="0">
                <a:latin typeface="Bahnschrift" panose="020B0502040204020203" pitchFamily="34" charset="0"/>
              </a:rPr>
              <a:t>steht für </a:t>
            </a:r>
            <a:r>
              <a:rPr lang="de-DE" sz="1200" b="1" dirty="0">
                <a:latin typeface="Bahnschrift" panose="020B0502040204020203" pitchFamily="34" charset="0"/>
              </a:rPr>
              <a:t>Koordinierte Starkniederschlagsregionalisierung und -auswertung</a:t>
            </a:r>
            <a:r>
              <a:rPr lang="de-DE" sz="1200" dirty="0">
                <a:latin typeface="Bahnschrift" panose="020B0502040204020203" pitchFamily="34" charset="0"/>
              </a:rPr>
              <a:t>. Es ist ein Datensatz des Deutschen Wetterdienstes (DWD) mit statistischen Kennwerten für Starkregen in Deutschland.</a:t>
            </a: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de-DE" sz="10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7"/>
              </a:rPr>
              <a:t>https://opendata.dwd.de/climate_environment/CDC/grids_germany/return_periods/precipitation/KOSTRA/KOSTRA_DWD_2020/tab/</a:t>
            </a:r>
            <a:r>
              <a:rPr lang="de-DE" sz="10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33850F-A72C-496F-A36D-D979222B28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815" y="1760334"/>
            <a:ext cx="1642458" cy="40091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A7631CB-5BA8-413D-A2C1-9ACE315348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953" y="2631811"/>
            <a:ext cx="1336750" cy="580238"/>
          </a:xfrm>
          <a:prstGeom prst="rect">
            <a:avLst/>
          </a:prstGeom>
        </p:spPr>
      </p:pic>
      <p:sp>
        <p:nvSpPr>
          <p:cNvPr id="8" name="AutoShape 2" descr="Übersicht des KOSTRA-DWD-2020-Rasters für die Freie und Hansestadt Hamburg">
            <a:extLst>
              <a:ext uri="{FF2B5EF4-FFF2-40B4-BE49-F238E27FC236}">
                <a16:creationId xmlns:a16="http://schemas.microsoft.com/office/drawing/2014/main" id="{608F3470-3CC1-4A95-8B24-ABA9172536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075858ED-4E53-4528-8633-2CAE6C384B9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07102" y="3581400"/>
            <a:ext cx="1102941" cy="69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188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57838F-DC84-4E39-8F2B-F58A1F97F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>
                <a:latin typeface="Bahnschrift Condensed" panose="020B0502040204020203" pitchFamily="34" charset="0"/>
              </a:rPr>
              <a:t>Work Flow – EZG bestimmen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C4DD0402-34EC-4FF0-AC3E-8676DC91863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6132944"/>
          <a:ext cx="10515600" cy="404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B2E79CA-31E2-470E-A6AF-FBED23880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2435" y="6172054"/>
            <a:ext cx="334819" cy="365125"/>
          </a:xfrm>
        </p:spPr>
        <p:txBody>
          <a:bodyPr/>
          <a:lstStyle/>
          <a:p>
            <a:fld id="{0042FA5E-2CCD-4280-9D15-1B21A715F925}" type="slidenum">
              <a:rPr lang="de-DE" smtClean="0"/>
              <a:t>4</a:t>
            </a:fld>
            <a:endParaRPr lang="de-DE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05C1686-90FE-447B-89E7-3AA5E22E1C12}"/>
              </a:ext>
            </a:extLst>
          </p:cNvPr>
          <p:cNvSpPr txBox="1"/>
          <p:nvPr/>
        </p:nvSpPr>
        <p:spPr>
          <a:xfrm>
            <a:off x="838200" y="1590971"/>
            <a:ext cx="1886527" cy="41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de-DE" sz="16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 </a:t>
            </a:r>
            <a:r>
              <a:rPr lang="de-DE" sz="1600" dirty="0" err="1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Direction</a:t>
            </a:r>
            <a:r>
              <a:rPr lang="de-DE" sz="16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8" name="AutoShape 2" descr="Übersicht des KOSTRA-DWD-2020-Rasters für die Freie und Hansestadt Hamburg">
            <a:extLst>
              <a:ext uri="{FF2B5EF4-FFF2-40B4-BE49-F238E27FC236}">
                <a16:creationId xmlns:a16="http://schemas.microsoft.com/office/drawing/2014/main" id="{608F3470-3CC1-4A95-8B24-ABA9172536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4F37619-25DD-4A23-B731-9C066BA45B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976625"/>
            <a:ext cx="5294445" cy="4715365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C0DF4D1-41A8-438E-8AC5-8991A0BD5A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5813"/>
            <a:ext cx="4747363" cy="363617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21EB0B4-F2E0-416C-9E8D-23C51FA3EE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22" y="2055813"/>
            <a:ext cx="4732272" cy="363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357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57838F-DC84-4E39-8F2B-F58A1F97F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>
                <a:latin typeface="Bahnschrift Condensed" panose="020B0502040204020203" pitchFamily="34" charset="0"/>
              </a:rPr>
              <a:t>Work Flow – Vorbereitung der Simulation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C4DD0402-34EC-4FF0-AC3E-8676DC91863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6132944"/>
          <a:ext cx="10515600" cy="404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B2E79CA-31E2-470E-A6AF-FBED23880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2435" y="6172054"/>
            <a:ext cx="334819" cy="365125"/>
          </a:xfrm>
        </p:spPr>
        <p:txBody>
          <a:bodyPr/>
          <a:lstStyle/>
          <a:p>
            <a:fld id="{0042FA5E-2CCD-4280-9D15-1B21A715F925}" type="slidenum">
              <a:rPr lang="de-DE" smtClean="0"/>
              <a:t>5</a:t>
            </a:fld>
            <a:endParaRPr lang="de-DE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05C1686-90FE-447B-89E7-3AA5E22E1C12}"/>
              </a:ext>
            </a:extLst>
          </p:cNvPr>
          <p:cNvSpPr txBox="1"/>
          <p:nvPr/>
        </p:nvSpPr>
        <p:spPr>
          <a:xfrm>
            <a:off x="838200" y="1534961"/>
            <a:ext cx="10515600" cy="4658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de-DE" sz="16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Raster-Layer vorbereiten für …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de-DE" sz="16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Infiltrationsrate jeder Rasterzelle im Gebiet [mm/h]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de-DE" sz="16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Maximum </a:t>
            </a:r>
            <a:r>
              <a:rPr lang="de-DE" sz="16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Infiltration jeder Rasterzelle [mm]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de-DE" sz="16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Rauig</a:t>
            </a:r>
            <a:r>
              <a:rPr lang="de-DE" sz="16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keit (Manning-Koeffizient n) in jeder Rasterzelle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endParaRPr lang="de-DE" sz="1600" dirty="0"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endParaRPr lang="de-DE" sz="1600" dirty="0"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endParaRPr lang="de-DE" sz="1600" dirty="0"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endParaRPr lang="de-DE" sz="1600" dirty="0"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de-DE" sz="16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➜ jeweils anhand der Landschaftsbedeckung (Landcover) Werte zugewiesen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endParaRPr lang="de-DE" sz="1600" dirty="0"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AutoShape 2" descr="Übersicht des KOSTRA-DWD-2020-Rasters für die Freie und Hansestadt Hamburg">
            <a:extLst>
              <a:ext uri="{FF2B5EF4-FFF2-40B4-BE49-F238E27FC236}">
                <a16:creationId xmlns:a16="http://schemas.microsoft.com/office/drawing/2014/main" id="{608F3470-3CC1-4A95-8B24-ABA9172536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D1893C5-06C9-455E-B45C-74868B3745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235" y="866195"/>
            <a:ext cx="3756892" cy="421435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E96D3FC-0718-4391-9242-339BE5C68E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748" y="3429000"/>
            <a:ext cx="1491487" cy="165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83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57838F-DC84-4E39-8F2B-F58A1F97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63992"/>
          </a:xfrm>
        </p:spPr>
        <p:txBody>
          <a:bodyPr>
            <a:normAutofit/>
          </a:bodyPr>
          <a:lstStyle/>
          <a:p>
            <a:r>
              <a:rPr lang="de-DE" sz="4000" dirty="0">
                <a:latin typeface="Bahnschrift Condensed" panose="020B0502040204020203" pitchFamily="34" charset="0"/>
              </a:rPr>
              <a:t>Work Flow </a:t>
            </a:r>
            <a:br>
              <a:rPr lang="de-DE" sz="4000" dirty="0">
                <a:latin typeface="Bahnschrift Condensed" panose="020B0502040204020203" pitchFamily="34" charset="0"/>
              </a:rPr>
            </a:br>
            <a:r>
              <a:rPr lang="de-DE" sz="2400" dirty="0">
                <a:latin typeface="Bahnschrift Condensed" panose="020B0502040204020203" pitchFamily="34" charset="0"/>
              </a:rPr>
              <a:t>Infiltration-Raster mit „</a:t>
            </a:r>
            <a:r>
              <a:rPr lang="de-DE" sz="2400" dirty="0" err="1">
                <a:latin typeface="Bahnschrift Condensed" panose="020B0502040204020203" pitchFamily="34" charset="0"/>
              </a:rPr>
              <a:t>reclassify</a:t>
            </a:r>
            <a:r>
              <a:rPr lang="de-DE" sz="2400" dirty="0">
                <a:latin typeface="Bahnschrift Condensed" panose="020B0502040204020203" pitchFamily="34" charset="0"/>
              </a:rPr>
              <a:t>“</a:t>
            </a:r>
            <a:endParaRPr lang="de-DE" sz="4000" dirty="0">
              <a:latin typeface="Bahnschrift Condensed" panose="020B0502040204020203" pitchFamily="34" charset="0"/>
            </a:endParaRP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C4DD0402-34EC-4FF0-AC3E-8676DC91863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6132944"/>
          <a:ext cx="10515600" cy="404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B2E79CA-31E2-470E-A6AF-FBED23880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2435" y="6172054"/>
            <a:ext cx="334819" cy="365125"/>
          </a:xfrm>
        </p:spPr>
        <p:txBody>
          <a:bodyPr/>
          <a:lstStyle/>
          <a:p>
            <a:fld id="{0042FA5E-2CCD-4280-9D15-1B21A715F925}" type="slidenum">
              <a:rPr lang="de-DE" smtClean="0"/>
              <a:t>6</a:t>
            </a:fld>
            <a:endParaRPr lang="de-DE" dirty="0"/>
          </a:p>
        </p:txBody>
      </p:sp>
      <p:sp>
        <p:nvSpPr>
          <p:cNvPr id="8" name="AutoShape 2" descr="Übersicht des KOSTRA-DWD-2020-Rasters für die Freie und Hansestadt Hamburg">
            <a:extLst>
              <a:ext uri="{FF2B5EF4-FFF2-40B4-BE49-F238E27FC236}">
                <a16:creationId xmlns:a16="http://schemas.microsoft.com/office/drawing/2014/main" id="{608F3470-3CC1-4A95-8B24-ABA9172536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1228FE1-560F-4DA1-9051-CFF39EDE188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61" r="8709"/>
          <a:stretch/>
        </p:blipFill>
        <p:spPr>
          <a:xfrm>
            <a:off x="507464" y="2167547"/>
            <a:ext cx="4209974" cy="295439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4C9D680-DCE4-4309-900F-25186E7B15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674" y="482096"/>
            <a:ext cx="3143147" cy="3610762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53F3092-ED1F-4E36-8492-8B9C7DD6AD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3821" y="473724"/>
            <a:ext cx="1333686" cy="1419423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1A30B08A-F622-4CAB-B206-146C2F108BB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54" y="2484581"/>
            <a:ext cx="3107738" cy="3413417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ED71F3CC-F2B6-40BE-BAFA-8C32D5FD151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789" y="4469049"/>
            <a:ext cx="1543265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29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57838F-DC84-4E39-8F2B-F58A1F97F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>
                <a:latin typeface="Bahnschrift Condensed" panose="020B0502040204020203" pitchFamily="34" charset="0"/>
              </a:rPr>
              <a:t>Work Flow </a:t>
            </a:r>
            <a:br>
              <a:rPr lang="de-DE" sz="4000" dirty="0">
                <a:latin typeface="Bahnschrift Condensed" panose="020B0502040204020203" pitchFamily="34" charset="0"/>
              </a:rPr>
            </a:br>
            <a:r>
              <a:rPr lang="de-DE" sz="2400" dirty="0">
                <a:latin typeface="Bahnschrift Condensed" panose="020B0502040204020203" pitchFamily="34" charset="0"/>
              </a:rPr>
              <a:t>Rauigkeit mit dem Raster </a:t>
            </a:r>
            <a:r>
              <a:rPr lang="de-DE" sz="2400" dirty="0" err="1">
                <a:latin typeface="Bahnschrift Condensed" panose="020B0502040204020203" pitchFamily="34" charset="0"/>
              </a:rPr>
              <a:t>Calculator</a:t>
            </a:r>
            <a:endParaRPr lang="de-DE" sz="4000" dirty="0">
              <a:latin typeface="Bahnschrift Condensed" panose="020B0502040204020203" pitchFamily="34" charset="0"/>
            </a:endParaRP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C4DD0402-34EC-4FF0-AC3E-8676DC91863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6132944"/>
          <a:ext cx="10515600" cy="404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B2E79CA-31E2-470E-A6AF-FBED23880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2435" y="6172054"/>
            <a:ext cx="334819" cy="365125"/>
          </a:xfrm>
        </p:spPr>
        <p:txBody>
          <a:bodyPr/>
          <a:lstStyle/>
          <a:p>
            <a:fld id="{0042FA5E-2CCD-4280-9D15-1B21A715F925}" type="slidenum">
              <a:rPr lang="de-DE" smtClean="0"/>
              <a:t>7</a:t>
            </a:fld>
            <a:endParaRPr lang="de-DE" dirty="0"/>
          </a:p>
        </p:txBody>
      </p:sp>
      <p:sp>
        <p:nvSpPr>
          <p:cNvPr id="8" name="AutoShape 2" descr="Übersicht des KOSTRA-DWD-2020-Rasters für die Freie und Hansestadt Hamburg">
            <a:extLst>
              <a:ext uri="{FF2B5EF4-FFF2-40B4-BE49-F238E27FC236}">
                <a16:creationId xmlns:a16="http://schemas.microsoft.com/office/drawing/2014/main" id="{608F3470-3CC1-4A95-8B24-ABA9172536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1228FE1-560F-4DA1-9051-CFF39EDE188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66" r="39173" b="3180"/>
          <a:stretch/>
        </p:blipFill>
        <p:spPr>
          <a:xfrm>
            <a:off x="985982" y="1913415"/>
            <a:ext cx="3361329" cy="35886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933F226-03C9-4989-9AFD-EB31BE1C96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072699"/>
            <a:ext cx="4418886" cy="483751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6B208F70-0C61-453B-8DB4-2449CA74BC58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3672"/>
          <a:stretch/>
        </p:blipFill>
        <p:spPr>
          <a:xfrm>
            <a:off x="8834491" y="365125"/>
            <a:ext cx="1833768" cy="69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960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57838F-DC84-4E39-8F2B-F58A1F97F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>
                <a:latin typeface="Bahnschrift Condensed" panose="020B0502040204020203" pitchFamily="34" charset="0"/>
              </a:rPr>
              <a:t>Work Flow</a:t>
            </a:r>
            <a:br>
              <a:rPr lang="de-DE" sz="4000" dirty="0">
                <a:latin typeface="Bahnschrift Condensed" panose="020B0502040204020203" pitchFamily="34" charset="0"/>
              </a:rPr>
            </a:br>
            <a:r>
              <a:rPr lang="de-DE" sz="2400" dirty="0">
                <a:latin typeface="Bahnschrift Condensed" panose="020B0502040204020203" pitchFamily="34" charset="0"/>
              </a:rPr>
              <a:t>3D-Simulation</a:t>
            </a:r>
            <a:endParaRPr lang="de-DE" sz="4000" dirty="0">
              <a:latin typeface="Bahnschrift Condensed" panose="020B0502040204020203" pitchFamily="34" charset="0"/>
            </a:endParaRP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C4DD0402-34EC-4FF0-AC3E-8676DC91863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6132944"/>
          <a:ext cx="10515600" cy="404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B2E79CA-31E2-470E-A6AF-FBED23880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2435" y="6172054"/>
            <a:ext cx="334819" cy="365125"/>
          </a:xfrm>
        </p:spPr>
        <p:txBody>
          <a:bodyPr/>
          <a:lstStyle/>
          <a:p>
            <a:fld id="{0042FA5E-2CCD-4280-9D15-1B21A715F925}" type="slidenum">
              <a:rPr lang="de-DE" smtClean="0"/>
              <a:t>8</a:t>
            </a:fld>
            <a:endParaRPr lang="de-DE" dirty="0"/>
          </a:p>
        </p:txBody>
      </p:sp>
      <p:sp>
        <p:nvSpPr>
          <p:cNvPr id="8" name="AutoShape 2" descr="Übersicht des KOSTRA-DWD-2020-Rasters für die Freie und Hansestadt Hamburg">
            <a:extLst>
              <a:ext uri="{FF2B5EF4-FFF2-40B4-BE49-F238E27FC236}">
                <a16:creationId xmlns:a16="http://schemas.microsoft.com/office/drawing/2014/main" id="{608F3470-3CC1-4A95-8B24-ABA9172536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1228FE1-560F-4DA1-9051-CFF39EDE18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8" b="2338"/>
          <a:stretch/>
        </p:blipFill>
        <p:spPr>
          <a:xfrm>
            <a:off x="6370656" y="670518"/>
            <a:ext cx="4666547" cy="4982138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9938BE6E-8179-4DB3-ADD2-BF6BE2BC8F0B}"/>
              </a:ext>
            </a:extLst>
          </p:cNvPr>
          <p:cNvSpPr txBox="1"/>
          <p:nvPr/>
        </p:nvSpPr>
        <p:spPr>
          <a:xfrm>
            <a:off x="838200" y="2050106"/>
            <a:ext cx="4983144" cy="3243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de-DE" sz="16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3D </a:t>
            </a:r>
            <a:r>
              <a:rPr lang="de-DE" sz="1600" dirty="0" err="1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Local</a:t>
            </a:r>
            <a:r>
              <a:rPr lang="de-DE" sz="16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Scene erstellt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de-DE" sz="16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Gebäude in 3D als Barrieren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de-DE" sz="16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Simulationen erstellt (1 h &amp; 12 h)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endParaRPr lang="de-DE" sz="1600" dirty="0"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de-DE" sz="16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Problem: 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de-DE" sz="16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Zeit-Umfang &amp; hohe Auflösung &amp; Rechenleistung</a:t>
            </a:r>
            <a:endParaRPr lang="de-DE" sz="1600" dirty="0"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de-DE" sz="16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de-DE" sz="14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➜</a:t>
            </a:r>
            <a:r>
              <a:rPr lang="de-DE" sz="14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Gebiet verkleinert auf Innenstadt &amp; Rheinaue</a:t>
            </a:r>
          </a:p>
        </p:txBody>
      </p:sp>
    </p:spTree>
    <p:extLst>
      <p:ext uri="{BB962C8B-B14F-4D97-AF65-F5344CB8AC3E}">
        <p14:creationId xmlns:p14="http://schemas.microsoft.com/office/powerpoint/2010/main" val="107032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57838F-DC84-4E39-8F2B-F58A1F97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445941"/>
            <a:ext cx="10515600" cy="4957331"/>
          </a:xfrm>
        </p:spPr>
        <p:txBody>
          <a:bodyPr>
            <a:normAutofit/>
          </a:bodyPr>
          <a:lstStyle/>
          <a:p>
            <a:r>
              <a:rPr lang="de-DE" sz="4000" dirty="0">
                <a:latin typeface="Bahnschrift Condensed" panose="020B0502040204020203" pitchFamily="34" charset="0"/>
              </a:rPr>
              <a:t>Ergebnisse I: Simulations-Videos	</a:t>
            </a:r>
            <a:r>
              <a:rPr lang="de-DE" sz="2800" dirty="0">
                <a:latin typeface="Bahnschrift Condensed" panose="020B0502040204020203" pitchFamily="34" charset="0"/>
              </a:rPr>
              <a:t> </a:t>
            </a:r>
            <a:br>
              <a:rPr lang="de-DE" sz="2800" dirty="0">
                <a:latin typeface="Bahnschrift Condensed" panose="020B0502040204020203" pitchFamily="34" charset="0"/>
              </a:rPr>
            </a:br>
            <a:br>
              <a:rPr lang="de-DE" sz="2800" dirty="0">
                <a:latin typeface="Bahnschrift Condensed" panose="020B0502040204020203" pitchFamily="34" charset="0"/>
              </a:rPr>
            </a:br>
            <a:br>
              <a:rPr lang="de-DE" sz="2800" dirty="0">
                <a:latin typeface="Bahnschrift Condensed" panose="020B0502040204020203" pitchFamily="34" charset="0"/>
              </a:rPr>
            </a:br>
            <a:br>
              <a:rPr lang="de-DE" sz="2800" dirty="0">
                <a:latin typeface="Bahnschrift Condensed" panose="020B0502040204020203" pitchFamily="34" charset="0"/>
              </a:rPr>
            </a:br>
            <a:r>
              <a:rPr lang="de-DE" sz="2000" dirty="0">
                <a:latin typeface="Bahnschrift Condensed" panose="020B0502040204020203" pitchFamily="34" charset="0"/>
              </a:rPr>
              <a:t>1-stündige Jahrhundertflut </a:t>
            </a:r>
            <a:br>
              <a:rPr lang="de-DE" sz="2000" dirty="0">
                <a:latin typeface="Bahnschrift Condensed" panose="020B0502040204020203" pitchFamily="34" charset="0"/>
              </a:rPr>
            </a:br>
            <a:r>
              <a:rPr lang="de-DE" sz="2000" dirty="0">
                <a:latin typeface="Bahnschrift Condensed" panose="020B0502040204020203" pitchFamily="34" charset="0"/>
              </a:rPr>
              <a:t>mit 43,2 mm/h		</a:t>
            </a:r>
            <a:br>
              <a:rPr lang="de-DE" sz="2000" dirty="0">
                <a:latin typeface="Bahnschrift Condensed" panose="020B0502040204020203" pitchFamily="34" charset="0"/>
              </a:rPr>
            </a:br>
            <a:br>
              <a:rPr lang="de-DE" sz="2000" dirty="0">
                <a:latin typeface="Bahnschrift Condensed" panose="020B0502040204020203" pitchFamily="34" charset="0"/>
              </a:rPr>
            </a:br>
            <a:r>
              <a:rPr lang="de-DE" sz="2000" dirty="0">
                <a:latin typeface="Bahnschrift Condensed" panose="020B0502040204020203" pitchFamily="34" charset="0"/>
              </a:rPr>
              <a:t>&amp;	</a:t>
            </a:r>
            <a:br>
              <a:rPr lang="de-DE" sz="2000" dirty="0">
                <a:latin typeface="Bahnschrift Condensed" panose="020B0502040204020203" pitchFamily="34" charset="0"/>
              </a:rPr>
            </a:br>
            <a:br>
              <a:rPr lang="de-DE" sz="2000" dirty="0">
                <a:latin typeface="Bahnschrift Condensed" panose="020B0502040204020203" pitchFamily="34" charset="0"/>
              </a:rPr>
            </a:br>
            <a:r>
              <a:rPr lang="de-DE" sz="2000" dirty="0">
                <a:latin typeface="Bahnschrift Condensed" panose="020B0502040204020203" pitchFamily="34" charset="0"/>
              </a:rPr>
              <a:t>12-stündige Jahrhundertflut </a:t>
            </a:r>
            <a:br>
              <a:rPr lang="de-DE" sz="2000" dirty="0">
                <a:latin typeface="Bahnschrift Condensed" panose="020B0502040204020203" pitchFamily="34" charset="0"/>
              </a:rPr>
            </a:br>
            <a:r>
              <a:rPr lang="de-DE" sz="2000" dirty="0">
                <a:latin typeface="Bahnschrift Condensed" panose="020B0502040204020203" pitchFamily="34" charset="0"/>
              </a:rPr>
              <a:t>mit 82,3 mm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C4DD0402-34EC-4FF0-AC3E-8676DC9186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0425951"/>
              </p:ext>
            </p:extLst>
          </p:nvPr>
        </p:nvGraphicFramePr>
        <p:xfrm>
          <a:off x="838200" y="6132944"/>
          <a:ext cx="10515600" cy="404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B2E79CA-31E2-470E-A6AF-FBED23880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2435" y="6172054"/>
            <a:ext cx="334819" cy="365125"/>
          </a:xfrm>
        </p:spPr>
        <p:txBody>
          <a:bodyPr/>
          <a:lstStyle/>
          <a:p>
            <a:fld id="{0042FA5E-2CCD-4280-9D15-1B21A715F925}" type="slidenum">
              <a:rPr lang="de-DE" smtClean="0"/>
              <a:t>9</a:t>
            </a:fld>
            <a:endParaRPr lang="de-DE" dirty="0"/>
          </a:p>
        </p:txBody>
      </p:sp>
      <p:sp>
        <p:nvSpPr>
          <p:cNvPr id="8" name="AutoShape 2" descr="Übersicht des KOSTRA-DWD-2020-Rasters für die Freie und Hansestadt Hamburg">
            <a:extLst>
              <a:ext uri="{FF2B5EF4-FFF2-40B4-BE49-F238E27FC236}">
                <a16:creationId xmlns:a16="http://schemas.microsoft.com/office/drawing/2014/main" id="{608F3470-3CC1-4A95-8B24-ABA9172536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8002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57838F-DC84-4E39-8F2B-F58A1F97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4434"/>
            <a:ext cx="10515600" cy="2528166"/>
          </a:xfrm>
        </p:spPr>
        <p:txBody>
          <a:bodyPr>
            <a:normAutofit/>
          </a:bodyPr>
          <a:lstStyle/>
          <a:p>
            <a:r>
              <a:rPr lang="de-DE" sz="4000" dirty="0">
                <a:latin typeface="Bahnschrift Condensed" panose="020B0502040204020203" pitchFamily="34" charset="0"/>
              </a:rPr>
              <a:t>Ergebnisse II: </a:t>
            </a:r>
            <a:br>
              <a:rPr lang="de-DE" sz="4000" dirty="0">
                <a:latin typeface="Bahnschrift Condensed" panose="020B0502040204020203" pitchFamily="34" charset="0"/>
              </a:rPr>
            </a:br>
            <a:br>
              <a:rPr lang="de-DE" sz="4000" dirty="0">
                <a:latin typeface="Bahnschrift Condensed" panose="020B0502040204020203" pitchFamily="34" charset="0"/>
              </a:rPr>
            </a:br>
            <a:r>
              <a:rPr lang="de-DE" sz="4000" dirty="0">
                <a:latin typeface="Bahnschrift Condensed" panose="020B0502040204020203" pitchFamily="34" charset="0"/>
              </a:rPr>
              <a:t>Layouts Starkregengefahrenkarten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C4DD0402-34EC-4FF0-AC3E-8676DC91863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6132944"/>
          <a:ext cx="10515600" cy="404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B2E79CA-31E2-470E-A6AF-FBED23880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2435" y="6172054"/>
            <a:ext cx="424874" cy="365125"/>
          </a:xfrm>
        </p:spPr>
        <p:txBody>
          <a:bodyPr/>
          <a:lstStyle/>
          <a:p>
            <a:fld id="{0042FA5E-2CCD-4280-9D15-1B21A715F925}" type="slidenum">
              <a:rPr lang="de-DE" smtClean="0"/>
              <a:t>10</a:t>
            </a:fld>
            <a:endParaRPr lang="de-DE" dirty="0"/>
          </a:p>
        </p:txBody>
      </p:sp>
      <p:sp>
        <p:nvSpPr>
          <p:cNvPr id="8" name="AutoShape 2" descr="Übersicht des KOSTRA-DWD-2020-Rasters für die Freie und Hansestadt Hamburg">
            <a:extLst>
              <a:ext uri="{FF2B5EF4-FFF2-40B4-BE49-F238E27FC236}">
                <a16:creationId xmlns:a16="http://schemas.microsoft.com/office/drawing/2014/main" id="{608F3470-3CC1-4A95-8B24-ABA9172536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745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57838F-DC84-4E39-8F2B-F58A1F97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822"/>
            <a:ext cx="10515600" cy="1059259"/>
          </a:xfrm>
        </p:spPr>
        <p:txBody>
          <a:bodyPr>
            <a:normAutofit/>
          </a:bodyPr>
          <a:lstStyle/>
          <a:p>
            <a:r>
              <a:rPr lang="de-DE" sz="4000" dirty="0">
                <a:latin typeface="Bahnschrift Condensed" panose="020B0502040204020203" pitchFamily="34" charset="0"/>
              </a:rPr>
              <a:t>Vergleich </a:t>
            </a:r>
            <a:r>
              <a:rPr lang="de-DE" sz="2800" dirty="0">
                <a:latin typeface="Bahnschrift Condensed" panose="020B0502040204020203" pitchFamily="34" charset="0"/>
              </a:rPr>
              <a:t>mit der offiziellen Starkregengefahrenkarte von Bonn</a:t>
            </a:r>
            <a:endParaRPr lang="de-DE" sz="4000" dirty="0">
              <a:latin typeface="Bahnschrift Condensed" panose="020B0502040204020203" pitchFamily="34" charset="0"/>
            </a:endParaRP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C4DD0402-34EC-4FF0-AC3E-8676DC9186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8168831"/>
              </p:ext>
            </p:extLst>
          </p:nvPr>
        </p:nvGraphicFramePr>
        <p:xfrm>
          <a:off x="838200" y="6132944"/>
          <a:ext cx="10515600" cy="404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B2E79CA-31E2-470E-A6AF-FBED23880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2435" y="6172054"/>
            <a:ext cx="434110" cy="365125"/>
          </a:xfrm>
        </p:spPr>
        <p:txBody>
          <a:bodyPr/>
          <a:lstStyle/>
          <a:p>
            <a:fld id="{0042FA5E-2CCD-4280-9D15-1B21A715F925}" type="slidenum">
              <a:rPr lang="de-DE" smtClean="0"/>
              <a:t>11</a:t>
            </a:fld>
            <a:endParaRPr lang="de-DE" dirty="0"/>
          </a:p>
        </p:txBody>
      </p:sp>
      <p:sp>
        <p:nvSpPr>
          <p:cNvPr id="8" name="AutoShape 2" descr="Übersicht des KOSTRA-DWD-2020-Rasters für die Freie und Hansestadt Hamburg">
            <a:extLst>
              <a:ext uri="{FF2B5EF4-FFF2-40B4-BE49-F238E27FC236}">
                <a16:creationId xmlns:a16="http://schemas.microsoft.com/office/drawing/2014/main" id="{608F3470-3CC1-4A95-8B24-ABA9172536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D777278-1DF6-4C61-B3C8-18F7D8A8DB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90" y="1777180"/>
            <a:ext cx="5075466" cy="3840142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29B1BFAA-275B-4CB4-A1A3-BA2A81DB748A}"/>
              </a:ext>
            </a:extLst>
          </p:cNvPr>
          <p:cNvSpPr txBox="1"/>
          <p:nvPr/>
        </p:nvSpPr>
        <p:spPr>
          <a:xfrm>
            <a:off x="429490" y="5704947"/>
            <a:ext cx="37192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>
                <a:latin typeface="Bahnschrift" panose="020B0502040204020203" pitchFamily="34" charset="0"/>
                <a:hlinkClick r:id="rId8"/>
              </a:rPr>
              <a:t>https://geoportal.udp.bonn.de/portal/master/index.html</a:t>
            </a:r>
            <a:r>
              <a:rPr lang="de-DE" sz="1100" dirty="0">
                <a:latin typeface="Bahnschrift" panose="020B0502040204020203" pitchFamily="34" charset="0"/>
              </a:rPr>
              <a:t> 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4FD52F2-D852-4796-AF70-F71998F1A2F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/>
          <a:stretch/>
        </p:blipFill>
        <p:spPr>
          <a:xfrm>
            <a:off x="5704143" y="1524761"/>
            <a:ext cx="6294152" cy="409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654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BED31C40-CB7E-4ED2-8600-12CFF8BC89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41BD3F4-DB63-4B83-801D-C6FBE1DE5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1542" y="3063861"/>
            <a:ext cx="10528916" cy="1695479"/>
          </a:xfrm>
        </p:spPr>
        <p:txBody>
          <a:bodyPr>
            <a:normAutofit fontScale="90000"/>
          </a:bodyPr>
          <a:lstStyle/>
          <a:p>
            <a:r>
              <a:rPr lang="de-DE" sz="13800" b="1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bg1"/>
                </a:solidFill>
                <a:latin typeface="Bahnschrift Condensed" panose="020B0502040204020203" pitchFamily="34" charset="0"/>
              </a:rPr>
              <a:t>Fragen?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091D3C6-0466-4DB1-A9A4-8EED94D8C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5309" y="1737430"/>
            <a:ext cx="9901382" cy="1189906"/>
          </a:xfrm>
          <a:ln>
            <a:noFill/>
          </a:ln>
        </p:spPr>
        <p:txBody>
          <a:bodyPr>
            <a:normAutofit/>
          </a:bodyPr>
          <a:lstStyle/>
          <a:p>
            <a:r>
              <a:rPr lang="de-DE" sz="4800" b="1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Danke für eure Aufmerksamkeit!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7A11E0-9BDC-460E-A716-3A8CA902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2FA5E-2CCD-4280-9D15-1B21A715F925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0444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476</Words>
  <Application>Microsoft Office PowerPoint</Application>
  <PresentationFormat>Breitbild</PresentationFormat>
  <Paragraphs>109</Paragraphs>
  <Slides>12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8" baseType="lpstr">
      <vt:lpstr>Arial</vt:lpstr>
      <vt:lpstr>Bahnschrift</vt:lpstr>
      <vt:lpstr>Bahnschrift Condensed</vt:lpstr>
      <vt:lpstr>Calibri</vt:lpstr>
      <vt:lpstr>Calibri Light</vt:lpstr>
      <vt:lpstr>Office</vt:lpstr>
      <vt:lpstr>Pluviale Überschwemmungen in Bonn</vt:lpstr>
      <vt:lpstr>Fragestellung</vt:lpstr>
      <vt:lpstr>Work Flow – Daten beschaffen</vt:lpstr>
      <vt:lpstr>Work Flow – EZG bestimmen</vt:lpstr>
      <vt:lpstr>Work Flow – Vorbereitung der Simulation</vt:lpstr>
      <vt:lpstr>Work Flow  Infiltration-Raster mit „reclassify“</vt:lpstr>
      <vt:lpstr>Work Flow  Rauigkeit mit dem Raster Calculator</vt:lpstr>
      <vt:lpstr>Work Flow 3D-Simulation</vt:lpstr>
      <vt:lpstr>Ergebnisse I: Simulations-Videos      1-stündige Jahrhundertflut  mit 43,2 mm/h    &amp;   12-stündige Jahrhundertflut  mit 82,3 mm</vt:lpstr>
      <vt:lpstr>Ergebnisse II:   Layouts Starkregengefahrenkarten</vt:lpstr>
      <vt:lpstr>Vergleich mit der offiziellen Starkregengefahrenkarte von Bonn</vt:lpstr>
      <vt:lpstr>Fragen?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Pluviale Überschwemmungen in Bonn</dc:title>
  <dc:creator>Lara Bedrich</dc:creator>
  <cp:lastModifiedBy>Lara Bedrich</cp:lastModifiedBy>
  <cp:revision>100</cp:revision>
  <dcterms:created xsi:type="dcterms:W3CDTF">2026-09-24T20:22:55Z</dcterms:created>
  <dcterms:modified xsi:type="dcterms:W3CDTF">2026-09-25T06:46:46Z</dcterms:modified>
</cp:coreProperties>
</file>